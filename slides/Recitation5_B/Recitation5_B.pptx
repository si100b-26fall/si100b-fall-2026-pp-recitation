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1649bae72245bb" /><Relationship Type="http://schemas.openxmlformats.org/officeDocument/2006/relationships/extended-properties" Target="/docProps/app.xml" Id="Rac604b2e95cc46d0" /><Relationship Type="http://schemas.openxmlformats.org/officeDocument/2006/relationships/officeDocument" Target="/ppt/presentation.xml" Id="R4bbee44f393346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72d10379774be4"/>
  </p:sldMasterIdLst>
  <p:notesMasterIdLst>
    <p:notesMasterId xmlns:r="http://schemas.openxmlformats.org/officeDocument/2006/relationships" r:id="R3cf43a525d0a408e"/>
  </p:notesMasterIdLst>
  <p:sldIdLst>
    <p:sldId xmlns:r="http://schemas.openxmlformats.org/officeDocument/2006/relationships" id="256" r:id="R8aa23f29d0e64dbd"/>
    <p:sldId xmlns:r="http://schemas.openxmlformats.org/officeDocument/2006/relationships" id="257" r:id="Rcfe25f83fff24ae5"/>
    <p:sldId xmlns:r="http://schemas.openxmlformats.org/officeDocument/2006/relationships" id="258" r:id="Rf95426b3a83340de"/>
    <p:sldId xmlns:r="http://schemas.openxmlformats.org/officeDocument/2006/relationships" id="259" r:id="R33a5d72a56c04028"/>
    <p:sldId xmlns:r="http://schemas.openxmlformats.org/officeDocument/2006/relationships" id="260" r:id="R429f4ad885a44a37"/>
    <p:sldId xmlns:r="http://schemas.openxmlformats.org/officeDocument/2006/relationships" id="261" r:id="Ra9e66a30e1d3458b"/>
    <p:sldId xmlns:r="http://schemas.openxmlformats.org/officeDocument/2006/relationships" id="262" r:id="Rd922dc2f328e4259"/>
    <p:sldId xmlns:r="http://schemas.openxmlformats.org/officeDocument/2006/relationships" id="263" r:id="R5f436d5cc8b64938"/>
    <p:sldId xmlns:r="http://schemas.openxmlformats.org/officeDocument/2006/relationships" id="264" r:id="R6dde584de7444c0b"/>
    <p:sldId xmlns:r="http://schemas.openxmlformats.org/officeDocument/2006/relationships" id="265" r:id="R78c5ff327a494c8c"/>
    <p:sldId xmlns:r="http://schemas.openxmlformats.org/officeDocument/2006/relationships" id="266" r:id="R23b7c8b4b2534c4b"/>
    <p:sldId xmlns:r="http://schemas.openxmlformats.org/officeDocument/2006/relationships" id="267" r:id="Rdb98da4b6f5b440a"/>
    <p:sldId xmlns:r="http://schemas.openxmlformats.org/officeDocument/2006/relationships" id="268" r:id="R364c6adb223c4ea6"/>
    <p:sldId xmlns:r="http://schemas.openxmlformats.org/officeDocument/2006/relationships" id="269" r:id="Rc96b77e3d4a64cb0"/>
    <p:sldId xmlns:r="http://schemas.openxmlformats.org/officeDocument/2006/relationships" id="270" r:id="Rb9ab2773deea4880"/>
    <p:sldId xmlns:r="http://schemas.openxmlformats.org/officeDocument/2006/relationships" id="271" r:id="R7797ecf2131b4e95"/>
    <p:sldId xmlns:r="http://schemas.openxmlformats.org/officeDocument/2006/relationships" id="272" r:id="R96744de9177d4bd6"/>
    <p:sldId xmlns:r="http://schemas.openxmlformats.org/officeDocument/2006/relationships" id="273" r:id="R42bdd69637dd4ada"/>
    <p:sldId xmlns:r="http://schemas.openxmlformats.org/officeDocument/2006/relationships" id="274" r:id="Rce2aff164e2741e0"/>
    <p:sldId xmlns:r="http://schemas.openxmlformats.org/officeDocument/2006/relationships" id="275" r:id="R8d495c17aa554c2a"/>
    <p:sldId xmlns:r="http://schemas.openxmlformats.org/officeDocument/2006/relationships" id="276" r:id="R1cb1171ebfa940c2"/>
    <p:sldId xmlns:r="http://schemas.openxmlformats.org/officeDocument/2006/relationships" id="277" r:id="R48973241503e43a9"/>
    <p:sldId xmlns:r="http://schemas.openxmlformats.org/officeDocument/2006/relationships" id="278" r:id="R019bfde0537446ca"/>
    <p:sldId xmlns:r="http://schemas.openxmlformats.org/officeDocument/2006/relationships" id="279" r:id="R3385cff075bf407f"/>
    <p:sldId xmlns:r="http://schemas.openxmlformats.org/officeDocument/2006/relationships" id="280" r:id="R66449179756942ec"/>
    <p:sldId xmlns:r="http://schemas.openxmlformats.org/officeDocument/2006/relationships" id="281" r:id="R35080d2da531488c"/>
    <p:sldId xmlns:r="http://schemas.openxmlformats.org/officeDocument/2006/relationships" id="282" r:id="R5ba1c3108c6a4b16"/>
    <p:sldId xmlns:r="http://schemas.openxmlformats.org/officeDocument/2006/relationships" id="283" r:id="R0bc10907e68f48d2"/>
    <p:sldId xmlns:r="http://schemas.openxmlformats.org/officeDocument/2006/relationships" id="284" r:id="R291a06e9dca041c2"/>
    <p:sldId xmlns:r="http://schemas.openxmlformats.org/officeDocument/2006/relationships" id="285" r:id="Re44be433a4034088"/>
    <p:sldId xmlns:r="http://schemas.openxmlformats.org/officeDocument/2006/relationships" id="286" r:id="R578206ba0b3148ba"/>
    <p:sldId xmlns:r="http://schemas.openxmlformats.org/officeDocument/2006/relationships" id="287" r:id="R7c06ebfb9f2d465e"/>
    <p:sldId xmlns:r="http://schemas.openxmlformats.org/officeDocument/2006/relationships" id="288" r:id="R1f99b2c648904a56"/>
    <p:sldId xmlns:r="http://schemas.openxmlformats.org/officeDocument/2006/relationships" id="289" r:id="R4a26d3a7202947ff"/>
    <p:sldId xmlns:r="http://schemas.openxmlformats.org/officeDocument/2006/relationships" id="290" r:id="Rc614ed110c174816"/>
    <p:sldId xmlns:r="http://schemas.openxmlformats.org/officeDocument/2006/relationships" id="291" r:id="R294f85277dbb44e4"/>
    <p:sldId xmlns:r="http://schemas.openxmlformats.org/officeDocument/2006/relationships" id="292" r:id="R7a9dfdbce79146ae"/>
    <p:sldId xmlns:r="http://schemas.openxmlformats.org/officeDocument/2006/relationships" id="293" r:id="R4704439a93a54975"/>
    <p:sldId xmlns:r="http://schemas.openxmlformats.org/officeDocument/2006/relationships" id="294" r:id="R8919499a9a5c46d0"/>
    <p:sldId xmlns:r="http://schemas.openxmlformats.org/officeDocument/2006/relationships" id="295" r:id="Rec299ba1ab1e46a8"/>
    <p:sldId xmlns:r="http://schemas.openxmlformats.org/officeDocument/2006/relationships" id="296" r:id="R741d9aae6e2a4771"/>
    <p:sldId xmlns:r="http://schemas.openxmlformats.org/officeDocument/2006/relationships" id="297" r:id="R268f6d9c365d4a6a"/>
    <p:sldId xmlns:r="http://schemas.openxmlformats.org/officeDocument/2006/relationships" id="298" r:id="Rb85c602d7bb148aa"/>
    <p:sldId xmlns:r="http://schemas.openxmlformats.org/officeDocument/2006/relationships" id="299" r:id="Rb4d95a2e6d5846be"/>
    <p:sldId xmlns:r="http://schemas.openxmlformats.org/officeDocument/2006/relationships" id="300" r:id="R573528b1195c4731"/>
    <p:sldId xmlns:r="http://schemas.openxmlformats.org/officeDocument/2006/relationships" id="301" r:id="Rc867cc3c92e54b92"/>
    <p:sldId xmlns:r="http://schemas.openxmlformats.org/officeDocument/2006/relationships" id="302" r:id="R0931219e19d74077"/>
    <p:sldId xmlns:r="http://schemas.openxmlformats.org/officeDocument/2006/relationships" id="303" r:id="R06032981b31c4c51"/>
  </p:sldIdLst>
  <p:sldSz cx="1219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fb38cd70d1415c" /><Relationship Type="http://schemas.openxmlformats.org/officeDocument/2006/relationships/slideMaster" Target="/ppt/slideMasters/slideMaster1.xml" Id="R0b72d10379774be4" /><Relationship Type="http://schemas.openxmlformats.org/officeDocument/2006/relationships/notesMaster" Target="/ppt/notesMasters/notesMaster1.xml" Id="R3cf43a525d0a408e" /><Relationship Type="http://schemas.openxmlformats.org/officeDocument/2006/relationships/presProps" Target="/ppt/presProps.xml" Id="R02d0453fc7a94100" /><Relationship Type="http://schemas.openxmlformats.org/officeDocument/2006/relationships/tableStyles" Target="/ppt/tableStyles.xml" Id="R5482e5bf275141b9" /><Relationship Type="http://schemas.openxmlformats.org/officeDocument/2006/relationships/slide" Target="/ppt/slides/slide1.xml" Id="R8aa23f29d0e64dbd" /><Relationship Type="http://schemas.openxmlformats.org/officeDocument/2006/relationships/slide" Target="/ppt/slides/slide2.xml" Id="Rcfe25f83fff24ae5" /><Relationship Type="http://schemas.openxmlformats.org/officeDocument/2006/relationships/slide" Target="/ppt/slides/slide3.xml" Id="Rf95426b3a83340de" /><Relationship Type="http://schemas.openxmlformats.org/officeDocument/2006/relationships/slide" Target="/ppt/slides/slide4.xml" Id="R33a5d72a56c04028" /><Relationship Type="http://schemas.openxmlformats.org/officeDocument/2006/relationships/slide" Target="/ppt/slides/slide5.xml" Id="R429f4ad885a44a37" /><Relationship Type="http://schemas.openxmlformats.org/officeDocument/2006/relationships/slide" Target="/ppt/slides/slide6.xml" Id="Ra9e66a30e1d3458b" /><Relationship Type="http://schemas.openxmlformats.org/officeDocument/2006/relationships/slide" Target="/ppt/slides/slide7.xml" Id="Rd922dc2f328e4259" /><Relationship Type="http://schemas.openxmlformats.org/officeDocument/2006/relationships/slide" Target="/ppt/slides/slide8.xml" Id="R5f436d5cc8b64938" /><Relationship Type="http://schemas.openxmlformats.org/officeDocument/2006/relationships/slide" Target="/ppt/slides/slide9.xml" Id="R6dde584de7444c0b" /><Relationship Type="http://schemas.openxmlformats.org/officeDocument/2006/relationships/slide" Target="/ppt/slides/slide10.xml" Id="R78c5ff327a494c8c" /><Relationship Type="http://schemas.openxmlformats.org/officeDocument/2006/relationships/slide" Target="/ppt/slides/slide11.xml" Id="R23b7c8b4b2534c4b" /><Relationship Type="http://schemas.openxmlformats.org/officeDocument/2006/relationships/slide" Target="/ppt/slides/slide12.xml" Id="Rdb98da4b6f5b440a" /><Relationship Type="http://schemas.openxmlformats.org/officeDocument/2006/relationships/slide" Target="/ppt/slides/slide13.xml" Id="R364c6adb223c4ea6" /><Relationship Type="http://schemas.openxmlformats.org/officeDocument/2006/relationships/slide" Target="/ppt/slides/slide14.xml" Id="Rc96b77e3d4a64cb0" /><Relationship Type="http://schemas.openxmlformats.org/officeDocument/2006/relationships/slide" Target="/ppt/slides/slide15.xml" Id="Rb9ab2773deea4880" /><Relationship Type="http://schemas.openxmlformats.org/officeDocument/2006/relationships/slide" Target="/ppt/slides/slide16.xml" Id="R7797ecf2131b4e95" /><Relationship Type="http://schemas.openxmlformats.org/officeDocument/2006/relationships/slide" Target="/ppt/slides/slide17.xml" Id="R96744de9177d4bd6" /><Relationship Type="http://schemas.openxmlformats.org/officeDocument/2006/relationships/slide" Target="/ppt/slides/slide18.xml" Id="R42bdd69637dd4ada" /><Relationship Type="http://schemas.openxmlformats.org/officeDocument/2006/relationships/slide" Target="/ppt/slides/slide19.xml" Id="Rce2aff164e2741e0" /><Relationship Type="http://schemas.openxmlformats.org/officeDocument/2006/relationships/slide" Target="/ppt/slides/slide20.xml" Id="R8d495c17aa554c2a" /><Relationship Type="http://schemas.openxmlformats.org/officeDocument/2006/relationships/slide" Target="/ppt/slides/slide21.xml" Id="R1cb1171ebfa940c2" /><Relationship Type="http://schemas.openxmlformats.org/officeDocument/2006/relationships/slide" Target="/ppt/slides/slide22.xml" Id="R48973241503e43a9" /><Relationship Type="http://schemas.openxmlformats.org/officeDocument/2006/relationships/slide" Target="/ppt/slides/slide23.xml" Id="R019bfde0537446ca" /><Relationship Type="http://schemas.openxmlformats.org/officeDocument/2006/relationships/slide" Target="/ppt/slides/slide24.xml" Id="R3385cff075bf407f" /><Relationship Type="http://schemas.openxmlformats.org/officeDocument/2006/relationships/slide" Target="/ppt/slides/slide25.xml" Id="R66449179756942ec" /><Relationship Type="http://schemas.openxmlformats.org/officeDocument/2006/relationships/slide" Target="/ppt/slides/slide26.xml" Id="R35080d2da531488c" /><Relationship Type="http://schemas.openxmlformats.org/officeDocument/2006/relationships/slide" Target="/ppt/slides/slide27.xml" Id="R5ba1c3108c6a4b16" /><Relationship Type="http://schemas.openxmlformats.org/officeDocument/2006/relationships/slide" Target="/ppt/slides/slide28.xml" Id="R0bc10907e68f48d2" /><Relationship Type="http://schemas.openxmlformats.org/officeDocument/2006/relationships/slide" Target="/ppt/slides/slide29.xml" Id="R291a06e9dca041c2" /><Relationship Type="http://schemas.openxmlformats.org/officeDocument/2006/relationships/slide" Target="/ppt/slides/slide30.xml" Id="Re44be433a4034088" /><Relationship Type="http://schemas.openxmlformats.org/officeDocument/2006/relationships/slide" Target="/ppt/slides/slide31.xml" Id="R578206ba0b3148ba" /><Relationship Type="http://schemas.openxmlformats.org/officeDocument/2006/relationships/slide" Target="/ppt/slides/slide32.xml" Id="R7c06ebfb9f2d465e" /><Relationship Type="http://schemas.openxmlformats.org/officeDocument/2006/relationships/slide" Target="/ppt/slides/slide33.xml" Id="R1f99b2c648904a56" /><Relationship Type="http://schemas.openxmlformats.org/officeDocument/2006/relationships/slide" Target="/ppt/slides/slide34.xml" Id="R4a26d3a7202947ff" /><Relationship Type="http://schemas.openxmlformats.org/officeDocument/2006/relationships/slide" Target="/ppt/slides/slide35.xml" Id="Rc614ed110c174816" /><Relationship Type="http://schemas.openxmlformats.org/officeDocument/2006/relationships/slide" Target="/ppt/slides/slide36.xml" Id="R294f85277dbb44e4" /><Relationship Type="http://schemas.openxmlformats.org/officeDocument/2006/relationships/slide" Target="/ppt/slides/slide37.xml" Id="R7a9dfdbce79146ae" /><Relationship Type="http://schemas.openxmlformats.org/officeDocument/2006/relationships/slide" Target="/ppt/slides/slide38.xml" Id="R4704439a93a54975" /><Relationship Type="http://schemas.openxmlformats.org/officeDocument/2006/relationships/slide" Target="/ppt/slides/slide39.xml" Id="R8919499a9a5c46d0" /><Relationship Type="http://schemas.openxmlformats.org/officeDocument/2006/relationships/slide" Target="/ppt/slides/slide40.xml" Id="Rec299ba1ab1e46a8" /><Relationship Type="http://schemas.openxmlformats.org/officeDocument/2006/relationships/slide" Target="/ppt/slides/slide41.xml" Id="R741d9aae6e2a4771" /><Relationship Type="http://schemas.openxmlformats.org/officeDocument/2006/relationships/slide" Target="/ppt/slides/slide42.xml" Id="R268f6d9c365d4a6a" /><Relationship Type="http://schemas.openxmlformats.org/officeDocument/2006/relationships/slide" Target="/ppt/slides/slide43.xml" Id="Rb85c602d7bb148aa" /><Relationship Type="http://schemas.openxmlformats.org/officeDocument/2006/relationships/slide" Target="/ppt/slides/slide44.xml" Id="Rb4d95a2e6d5846be" /><Relationship Type="http://schemas.openxmlformats.org/officeDocument/2006/relationships/slide" Target="/ppt/slides/slide45.xml" Id="R573528b1195c4731" /><Relationship Type="http://schemas.openxmlformats.org/officeDocument/2006/relationships/slide" Target="/ppt/slides/slide46.xml" Id="Rc867cc3c92e54b92" /><Relationship Type="http://schemas.openxmlformats.org/officeDocument/2006/relationships/slide" Target="/ppt/slides/slide47.xml" Id="R0931219e19d74077" /><Relationship Type="http://schemas.openxmlformats.org/officeDocument/2006/relationships/slide" Target="/ppt/slides/slide48.xml" Id="R06032981b31c4c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4022828b2c42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dd35b896184fbe" /><Relationship Type="http://schemas.openxmlformats.org/officeDocument/2006/relationships/notesMaster" Target="/ppt/notesMasters/notesMaster1.xml" Id="Rf71cada378404c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ec2c2257794152" /><Relationship Type="http://schemas.openxmlformats.org/officeDocument/2006/relationships/notesMaster" Target="/ppt/notesMasters/notesMaster1.xml" Id="R8b36a56fdd0248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c7c9a43c4a4fd4" /><Relationship Type="http://schemas.openxmlformats.org/officeDocument/2006/relationships/notesMaster" Target="/ppt/notesMasters/notesMaster1.xml" Id="R5d273804710549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fad2d5c8154894" /><Relationship Type="http://schemas.openxmlformats.org/officeDocument/2006/relationships/notesMaster" Target="/ppt/notesMasters/notesMaster1.xml" Id="Re091172693084e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0b13572e8c47bd" /><Relationship Type="http://schemas.openxmlformats.org/officeDocument/2006/relationships/notesMaster" Target="/ppt/notesMasters/notesMaster1.xml" Id="R23e349da60e849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6812ab15d14a3e" /><Relationship Type="http://schemas.openxmlformats.org/officeDocument/2006/relationships/notesMaster" Target="/ppt/notesMasters/notesMaster1.xml" Id="Rddba91c77aed48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f6c7f18d404dea" /><Relationship Type="http://schemas.openxmlformats.org/officeDocument/2006/relationships/notesMaster" Target="/ppt/notesMasters/notesMaster1.xml" Id="R4303cda8023f49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99e029c24a4f09" /><Relationship Type="http://schemas.openxmlformats.org/officeDocument/2006/relationships/notesMaster" Target="/ppt/notesMasters/notesMaster1.xml" Id="R2c5ee90f212446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0bd116c3bc48f9" /><Relationship Type="http://schemas.openxmlformats.org/officeDocument/2006/relationships/notesMaster" Target="/ppt/notesMasters/notesMaster1.xml" Id="Rfe5e40a70be44c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5a6aca65c74b8a" /><Relationship Type="http://schemas.openxmlformats.org/officeDocument/2006/relationships/notesMaster" Target="/ppt/notesMasters/notesMaster1.xml" Id="Rc47e0ea530a54a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1d55cdf52a420e" /><Relationship Type="http://schemas.openxmlformats.org/officeDocument/2006/relationships/notesMaster" Target="/ppt/notesMasters/notesMaster1.xml" Id="Rbe2374375b8c4f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9af3b561654a7f" /><Relationship Type="http://schemas.openxmlformats.org/officeDocument/2006/relationships/notesMaster" Target="/ppt/notesMasters/notesMaster1.xml" Id="R8fdaee5646cd49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cf1861b9bc4ea5" /><Relationship Type="http://schemas.openxmlformats.org/officeDocument/2006/relationships/notesMaster" Target="/ppt/notesMasters/notesMaster1.xml" Id="R4a2b4859a31142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c65f4896c14afa" /><Relationship Type="http://schemas.openxmlformats.org/officeDocument/2006/relationships/notesMaster" Target="/ppt/notesMasters/notesMaster1.xml" Id="R0d24c5a258f349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b93805662048ee" /><Relationship Type="http://schemas.openxmlformats.org/officeDocument/2006/relationships/notesMaster" Target="/ppt/notesMasters/notesMaster1.xml" Id="R85235d6c629c46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92e09a3de347a8" /><Relationship Type="http://schemas.openxmlformats.org/officeDocument/2006/relationships/notesMaster" Target="/ppt/notesMasters/notesMaster1.xml" Id="Rbdad9570c93e4a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2080f4dc5c4f97" /><Relationship Type="http://schemas.openxmlformats.org/officeDocument/2006/relationships/notesMaster" Target="/ppt/notesMasters/notesMaster1.xml" Id="Rafd1ca96600644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51ed2b29894aa8" /><Relationship Type="http://schemas.openxmlformats.org/officeDocument/2006/relationships/notesMaster" Target="/ppt/notesMasters/notesMaster1.xml" Id="Rb2c0e37f83f246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17af6bba8c4fd0" /><Relationship Type="http://schemas.openxmlformats.org/officeDocument/2006/relationships/notesMaster" Target="/ppt/notesMasters/notesMaster1.xml" Id="R801e3033209f49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63481bf801f4464" /><Relationship Type="http://schemas.openxmlformats.org/officeDocument/2006/relationships/notesMaster" Target="/ppt/notesMasters/notesMaster1.xml" Id="Rbf01da1e4ea446f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7884da369346b2" /><Relationship Type="http://schemas.openxmlformats.org/officeDocument/2006/relationships/notesMaster" Target="/ppt/notesMasters/notesMaster1.xml" Id="R8e3fe7573aa94c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a0a6ee282ca449c" /><Relationship Type="http://schemas.openxmlformats.org/officeDocument/2006/relationships/notesMaster" Target="/ppt/notesMasters/notesMaster1.xml" Id="R7c998b7c77d743d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0927e8d57c4ac4" /><Relationship Type="http://schemas.openxmlformats.org/officeDocument/2006/relationships/notesMaster" Target="/ppt/notesMasters/notesMaster1.xml" Id="R390a174d77ff475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5e056b264314d04" /><Relationship Type="http://schemas.openxmlformats.org/officeDocument/2006/relationships/notesMaster" Target="/ppt/notesMasters/notesMaster1.xml" Id="Rc73d6f0235ee42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e6860d54d7447ee" /><Relationship Type="http://schemas.openxmlformats.org/officeDocument/2006/relationships/notesMaster" Target="/ppt/notesMasters/notesMaster1.xml" Id="Rc07ac78c4bac436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614309107374665" /><Relationship Type="http://schemas.openxmlformats.org/officeDocument/2006/relationships/notesMaster" Target="/ppt/notesMasters/notesMaster1.xml" Id="R1c786cbd731f44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87d2c329fce4556" /><Relationship Type="http://schemas.openxmlformats.org/officeDocument/2006/relationships/notesMaster" Target="/ppt/notesMasters/notesMaster1.xml" Id="Rdceb3c322cc2493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4af6fd79029433b" /><Relationship Type="http://schemas.openxmlformats.org/officeDocument/2006/relationships/notesMaster" Target="/ppt/notesMasters/notesMaster1.xml" Id="R53ba45b2b643443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5a76e5a039a43cd" /><Relationship Type="http://schemas.openxmlformats.org/officeDocument/2006/relationships/notesMaster" Target="/ppt/notesMasters/notesMaster1.xml" Id="R1e9bce06775d4f6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19e40b9d01c4634" /><Relationship Type="http://schemas.openxmlformats.org/officeDocument/2006/relationships/notesMaster" Target="/ppt/notesMasters/notesMaster1.xml" Id="R764af0c7cd414b5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dfd1f2db4e0466d" /><Relationship Type="http://schemas.openxmlformats.org/officeDocument/2006/relationships/notesMaster" Target="/ppt/notesMasters/notesMaster1.xml" Id="R5a40dae1cdf843b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42a579f65bc4396" /><Relationship Type="http://schemas.openxmlformats.org/officeDocument/2006/relationships/notesMaster" Target="/ppt/notesMasters/notesMaster1.xml" Id="R01b05405647a4bc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46fb014b6ae48b1" /><Relationship Type="http://schemas.openxmlformats.org/officeDocument/2006/relationships/notesMaster" Target="/ppt/notesMasters/notesMaster1.xml" Id="R54a6fa3cf665430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9d71c5c2d0b4c81" /><Relationship Type="http://schemas.openxmlformats.org/officeDocument/2006/relationships/notesMaster" Target="/ppt/notesMasters/notesMaster1.xml" Id="R4074f1d662204e3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34eba68113541f8" /><Relationship Type="http://schemas.openxmlformats.org/officeDocument/2006/relationships/notesMaster" Target="/ppt/notesMasters/notesMaster1.xml" Id="Re2dfe2561c93440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abc40c8392e4a88" /><Relationship Type="http://schemas.openxmlformats.org/officeDocument/2006/relationships/notesMaster" Target="/ppt/notesMasters/notesMaster1.xml" Id="R7c464b0c928d408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19e935320354e54" /><Relationship Type="http://schemas.openxmlformats.org/officeDocument/2006/relationships/notesMaster" Target="/ppt/notesMasters/notesMaster1.xml" Id="Rc1181ac93360429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95da23919054163" /><Relationship Type="http://schemas.openxmlformats.org/officeDocument/2006/relationships/notesMaster" Target="/ppt/notesMasters/notesMaster1.xml" Id="Ree394963c34a4e6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5d3c77e39d944fb" /><Relationship Type="http://schemas.openxmlformats.org/officeDocument/2006/relationships/notesMaster" Target="/ppt/notesMasters/notesMaster1.xml" Id="R33d03668917544c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fcd4c1221d04fe4" /><Relationship Type="http://schemas.openxmlformats.org/officeDocument/2006/relationships/notesMaster" Target="/ppt/notesMasters/notesMaster1.xml" Id="Rbb146bbcec85441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a0e362287ca4155" /><Relationship Type="http://schemas.openxmlformats.org/officeDocument/2006/relationships/notesMaster" Target="/ppt/notesMasters/notesMaster1.xml" Id="Rfcc57297ae094c0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fbe778ae6664727" /><Relationship Type="http://schemas.openxmlformats.org/officeDocument/2006/relationships/notesMaster" Target="/ppt/notesMasters/notesMaster1.xml" Id="Ra47454eaf462443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f0c821165ae4ec9" /><Relationship Type="http://schemas.openxmlformats.org/officeDocument/2006/relationships/notesMaster" Target="/ppt/notesMasters/notesMaster1.xml" Id="Rcef82ecc58c7469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3ea5f49e4d84986" /><Relationship Type="http://schemas.openxmlformats.org/officeDocument/2006/relationships/notesMaster" Target="/ppt/notesMasters/notesMaster1.xml" Id="Rdab01c2601234f3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cefa7697d534ad6" /><Relationship Type="http://schemas.openxmlformats.org/officeDocument/2006/relationships/notesMaster" Target="/ppt/notesMasters/notesMaster1.xml" Id="Reced36a77b2148f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1226adff5af4833" /><Relationship Type="http://schemas.openxmlformats.org/officeDocument/2006/relationships/notesMaster" Target="/ppt/notesMasters/notesMaster1.xml" Id="R26f708eab47740c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6aea2c84099451d" /><Relationship Type="http://schemas.openxmlformats.org/officeDocument/2006/relationships/notesMaster" Target="/ppt/notesMasters/notesMaster1.xml" Id="R6dc2bc6e725c4be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b695658067c490a" /><Relationship Type="http://schemas.openxmlformats.org/officeDocument/2006/relationships/notesMaster" Target="/ppt/notesMasters/notesMaster1.xml" Id="R8d0616b8922b49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页：封面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今天先讲 HW2 的打印站，接着多花一点时间看异常和字典，最后还是用往年的阶乘例子讲递归。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异常部分希望大家能沿着代码说出：哪一行失败，进入哪个处理分支，清理以后是否还能继续。字典部分练习按键读取、更新、统计和分组。每段代码先猜输出，再运行确认。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SI100B · 第 5 次习题课（B 班）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HW2、异常、字典与递归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SI100B 助教组 |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页：第二次作业讲解（HW2）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先想一下你调试作业时遇到的问题：是函数算错了，还是某一次命令把后面的状态改坏了？等会儿看到自己的问题，可以直接打断问。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**提问：** 打印站里，你最不确定的是 MOVE、TICK 还是 SNAP？根据举手情况调整这三页的停留时间，不逐个收集所有人的程序。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第二次作业讲解（HW2）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页：HW2 中的原地修改与历史记录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先区分函数返回了什么，以及传入的数据有没有被修改。比如 Q2 的 restock 修改库存列表，但返回 None，不能用 print 代替 return。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今天作业部分重点是 Q3。打印站的当前队列会变化，但已经保存的历史快照不能跟着变化。后面的 SNAP 会具体演示为什么只复制最外层还不够。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提问：如果快照里记录了任务还剩两页，后来又打印了一页，旧快照应该显示几页？答案是两页。快照描述的是保存当时的状态。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HW2 中的原地修改与历史记录</a:t>
            </a:r>
          </a:p>
          <a:p xmlns:a="http://schemas.openxmlformats.org/drawingml/2006/main">
            <a:r>
              <a:t>Q1 / Q2：函数返回什么？有没有改变传入的列表？</a:t>
            </a:r>
          </a:p>
          <a:p xmlns:a="http://schemas.openxmlformats.org/drawingml/2006/main">
            <a:r>
              <a:t>Q3 打印站：当前队列会变化，已经保存的快照不能变化。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本次作业部分重点讲 Q3；函数和列表基础见上一讲。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页：打印站：任务和队列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 `[[1, 2], [2, 1]]` 表示两个任务：编号 1 还剩两页，编号 2 还剩一页。列表顺序就是排队顺序，只有最前面的任务能打印。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这张图已经加入了三个任务，不是题目规定的“尚未执行任何命令”的初始状态。可以理解为执行了三次 ADD，但还没有 TICK，所以时间仍然是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读命令时，先问它会不会推进时间。ADD、MOVE、CANCEL、SNAP 都不推进时间，只有 TICK 会。MOVE 带走的是任务现在剩余的页数，不会把已经打印过的部分重新算回去。CANCEL 是取消，不能放进完成记录。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**提问：** 两台打印机都空着，再执行 `TICK 2`，时间变不变？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**答案：** 仍然增加两秒。打印机空闲不代表时间停止。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打印站：任务和队列</a:t>
            </a:r>
          </a:p>
          <a:p xmlns:a="http://schemas.openxmlformats.org/drawingml/2006/main">
            <a:r>
              <a:t>time = 0</a:t>
            </a:r>
          </a:p>
          <a:p xmlns:a="http://schemas.openxmlformats.org/drawingml/2006/main">
            <a:r>
              <a:t>打印机 0: [[1, 2], [2, 1]]  # [任务编号, 剩余页数]</a:t>
            </a:r>
          </a:p>
          <a:p xmlns:a="http://schemas.openxmlformats.org/drawingml/2006/main">
            <a:r>
              <a:t>打印机 1: [[3, 1]]</a:t>
            </a:r>
          </a:p>
          <a:p xmlns:a="http://schemas.openxmlformats.org/drawingml/2006/main">
            <a:r>
              <a:t>completed = []</a:t>
            </a:r>
          </a:p>
          <a:p xmlns:a="http://schemas.openxmlformats.org/drawingml/2006/main">
            <a:r>
              <a:t>snapshots = []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>一个列表表示一台打印机的有序队列；只打印队首。</a:t>
            </a:r>
          </a:p>
          <a:p xmlns:a="http://schemas.openxmlformats.org/drawingml/2006/main">
            <a:r>
              <a:t>只有 TICK 推进时间；空闲的秒也算时间。</a:t>
            </a:r>
          </a:p>
          <a:p xmlns:a="http://schemas.openxmlformats.org/drawingml/2006/main">
            <a:r>
              <a:t>MOVE 保留已打印的进度；CANCEL 不记为完成。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页：MOVE：位置按哪一刻的队列算？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这题最容易差一个位置。先看 `[10, 20, 30, 40]`，我们要把任务 20 移到打印机 0 的位置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第一步，先把 20 拿出来，队列变成 `[10, 30, 40]`。第二步再看位置 2，也就是新放进去的任务前面要有两个任务。放进去以后得到 `[10, 30, 20, 40]`。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不要根据移除前的队列猜下标，也不要插入后再去删除旧位置。按题目要求先移除，再对目标队列做插入，同队列和跨队列就可以按同一条规则理解。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**板书：** 在最终队列里给 20 前面的 10、30 各画一个圈，数出两个，而不是只指着下标说“这是 2”。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**提问：** 还是原来的四个任务，把队首 10 移到队尾，插入位置是多少？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**答案：** `3`。先取走 10，剩下三个任务，队尾位置就是移除后队列的长度。结果是 `[20, 30, 40, 10]`。一般地，原来有 `m` 个任务，同队列队首移到队尾的位置是 `m - 1`。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**补充：** 这里为了看清位置只写了 ID。实际移动的是包含“ID 和剩余页数”的整条任务记录。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MOVE：位置按哪一刻的队列算？</a:t>
            </a:r>
          </a:p>
          <a:p xmlns:a="http://schemas.openxmlformats.org/drawingml/2006/main">
            <a:r>
              <a:t>原队列的 ID: [10, 20, 30, 40]</a:t>
            </a:r>
          </a:p>
          <a:p xmlns:a="http://schemas.openxmlformats.org/drawingml/2006/main">
            <a:r>
              <a:t>MOVE 20 0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先移除 20: [10, 30, 40]</a:t>
            </a:r>
          </a:p>
          <a:p xmlns:a="http://schemas.openxmlformats.org/drawingml/2006/main">
            <a:r>
              <a:t>再插到位置 2: [10, 30, 20, 40]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position 表示插入后前面有几个任务；同队列移动也先移除。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练习：若把队首移到队尾，插入位置应该是多少？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页：TICK：所有打印机同时工作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这一页重新使用第 4 页的两个队列，不接着刚才 MOVE 的数字往下算。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先只过一秒。打印机 0 给任务 1 打印一页，剩一页；打印机 1 的任务 3 也打印一页，正好完成。所以第 1 秒末，任务 3 离开队列。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再过一秒，任务 1 的最后一页打印完成。任务 2 虽然成了队首，也要等第 3 秒才能打印。打印机 0 在第 2 秒已经打印过一页，不能在这一秒接着处理下一个任务。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**板书：** 把“第 1 秒”“第 2 秒”写成两列，每列分别写两台打印机做的事。先按秒推，再按打印机看。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**提问：** TICK 2 结束后，完成记录里有哪些内容？除了任务编号，还缺什么？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**答案：** 需要完成时间和完成时所在的打印机。两条记录是：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[1, 3, 1]  # 第 1 秒，任务 3，在打印机 1 完成</a:t>
            </a:r>
          </a:p>
          <a:p xmlns:a="http://schemas.openxmlformats.org/drawingml/2006/main">
            <a:r>
              <a:t>[2, 1, 0]  # 第 2 秒，任务 1，在打印机 0 完成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如果同一秒有多台打印机完成任务，按打印机编号从小到大记录。写代码时可以外层逐秒、内层按编号遍历打印机，每台每秒只处理队首的一页；不需要真的开多个线程。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**追问：** 再过一秒呢？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**答案：** 任务 2 在打印机 0 完成，增加 `[3, 2, 0]`。这时两个队列都空了。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TICK：所有打印机同时工作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沿用前面的两台打印机，执行 TICK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秒末	打印机 0	打印机 1	本秒完成</a:t>
            </a:r>
          </a:p>
          <a:p xmlns:a="http://schemas.openxmlformats.org/drawingml/2006/main">
            <a:r>
              <a:t>0	[[1, 2], [2, 1]]	[[3, 1]]	—</a:t>
            </a:r>
          </a:p>
          <a:p xmlns:a="http://schemas.openxmlformats.org/drawingml/2006/main">
            <a:r>
              <a:t>1	[[1, 1], [2, 1]]	[]	任务 3</a:t>
            </a:r>
          </a:p>
          <a:p xmlns:a="http://schemas.openxmlformats.org/drawingml/2006/main">
            <a:r>
              <a:t>2	[[2, 1]]	[]	任务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 2 要到第 3 秒才开始；不要在同一秒连续清空队列。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页：SNAP：只复制最外层，够吗？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先不运行，大家分别写下这两行 `print` 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`queues[:]` 确实新建了最外层列表。但是它里面指向的打印机队列、任务列表，还是原来的对象。因此把原任务的剩余页数减一，`shallow` 看到的也会是新值。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第二种写法逐台打印机、逐个任务复制，`job[:]` 为每条任务建立了新列表。这里一条任务里面只有整数，所以复制到这一层就够了。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**运行后的逐字输出：**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[[[1, 1]], []]</a:t>
            </a:r>
          </a:p>
          <a:p xmlns:a="http://schemas.openxmlformats.org/drawingml/2006/main">
            <a:r>
              <a:t>[[[1, 2]], []]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**板书：** 画两个外层方框，共同指向同一个 `[1, 2]`；再画快照指向另一个 `[1, 2]`。改成 `[1, 1]` 时，只改第一个任务方框。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**提问：** 这个 `snapshot` 变量是不是已经包含题目要求的完整快照？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**答案：** 还没有。它只复制了队列，还要一起保存当时的时间；空队列也不能省略。题目明确说快照不保存完成记录。连续两次 SNAP 即使内容一样，也要保留两条记录。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**提示：** 不把这段固定结构的复制说成“任意嵌套对象都能这样深复制”。这里只讨论本题的三层列表和整数任务字段。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SNAP：只复制最外层，够吗？</a:t>
            </a:r>
          </a:p>
          <a:p xmlns:a="http://schemas.openxmlformats.org/drawingml/2006/main">
            <a:r>
              <a:t>queues = [[[1, 2]], []]</a:t>
            </a:r>
          </a:p>
          <a:p xmlns:a="http://schemas.openxmlformats.org/drawingml/2006/main">
            <a:r>
              <a:t>shallow = queues[:]</a:t>
            </a:r>
          </a:p>
          <a:p xmlns:a="http://schemas.openxmlformats.org/drawingml/2006/main">
            <a:r>
              <a:t>snapshot = [[job[:] for job in queue] for queue in queues]</a:t>
            </a:r>
          </a:p>
          <a:p xmlns:a="http://schemas.openxmlformats.org/drawingml/2006/main">
            <a:r>
              <a:t>queues[0][0][1] -= 1</a:t>
            </a:r>
          </a:p>
          <a:p xmlns:a="http://schemas.openxmlformats.org/drawingml/2006/main">
            <a:r>
              <a:t>print(shallow)   # [[[1, 1]], []]</a:t>
            </a:r>
          </a:p>
          <a:p xmlns:a="http://schemas.openxmlformats.org/drawingml/2006/main">
            <a:r>
              <a:t>print(snapshot)  # [[[1, 2]], []]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这里一条任务只有整数 ID 和剩余页数；逐层复制到任务列表即可。 完整快照还要保存时间。这个片段只演示队列的独立性。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页：HW2：函数怎么拆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仍然只看打印站。先做查找，确定任务在哪台打印机、哪个位置。再按命令要求更新，不把 MOVE 的先删后插写反。任务完成后保存完成记录，执行 SNAP 时保存时间和独立队列。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输出放在题目规定的时机：Q3 在所有命令结束后输出最终状态、完成记录与快照。拆开函数是为了便于单独检查这些职责，不是要求每个小步骤都另写函数。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让学生给出一个具体测试：同队列移动、连续两次快照、所有队列为空时 TICK，或者两台打印机同一秒完成。请说出修改后的数据，别只说“测边界”。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HW2：函数怎么拆</a:t>
            </a:r>
          </a:p>
          <a:p xmlns:a="http://schemas.openxmlformats.org/drawingml/2006/main">
            <a:r>
              <a:t>查询：找到任务所在的打印机和队列位置。</a:t>
            </a:r>
          </a:p>
          <a:p xmlns:a="http://schemas.openxmlformats.org/drawingml/2006/main">
            <a:r>
              <a:t>更新：按题意的先后顺序改变当前状态。</a:t>
            </a:r>
          </a:p>
          <a:p xmlns:a="http://schemas.openxmlformats.org/drawingml/2006/main">
            <a:r>
              <a:t>保存：任务完成时记入完成记录；执行 SNAP 时复制时间和队列。</a:t>
            </a:r>
          </a:p>
          <a:p xmlns:a="http://schemas.openxmlformats.org/drawingml/2006/main">
            <a:r>
              <a:t>输出：Q3 在全部命令执行后报告状态，按题目要求处理格式。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测试时分别检查：空队列、同队列 MOVE、连续 SNAP、同一秒多台打印机完成任务。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页：异常处理（Exceptions）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先看会出现什么错误，再讲发生错误时执行顺序怎么变。异常并不一定意味着整个程序立即结束，关键是外层有没有合适的处理代码。但处理异常也不会替我们修复错误的计算。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异常处理（Exceptions）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页：这段代码会抛出哪一种异常？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函数名已经正确写成 divide_unsafe。调用进入函数后执行 10 / 0，在这里抛出 ZeroDivisionError。最外面的 print 需要先拿到函数返回值，所以它没有打印任何结果，控制台看到的 traceback 属于错误输出。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带学生从报错最后一行往上看：最后一行告诉我们类型和原因，再看文件名、行号以及调用过程。不能看见一长串英文就直接套 try。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提问：如果把函数名拼错呢？那是还没进入函数就发生 NameError，不是除零。先保证程序真的运行到了我们想讨论的位置。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这段代码会抛出哪一种异常？</a:t>
            </a:r>
          </a:p>
          <a:p xmlns:a="http://schemas.openxmlformats.org/drawingml/2006/main">
            <a:r>
              <a:t>def divide_unsafe(a, b):</a:t>
            </a:r>
          </a:p>
          <a:p xmlns:a="http://schemas.openxmlformats.org/drawingml/2006/main">
            <a:r>
              <a:t>    return a / b  # b 为 0 时抛出异常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测试</a:t>
            </a:r>
          </a:p>
          <a:p xmlns:a="http://schemas.openxmlformats.org/drawingml/2006/main">
            <a:r>
              <a:t>print(divide_unsafe(10, 0))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 a / b 时抛出 ZeroDivisionError，外层 print 没有拿到返回值。 看报错时，先读最后一行的类型和原因，再沿 traceback 找出错位置。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页：常见异常：名字、类型和数值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这四行要分别运行。一段程序遇到第一个未处理异常就会停，不会接着展示后面三种异常。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NameError 是名字找不到，比如变量尚未定义或拼错。TypeError 是这几种类型不支持这个操作，例如字符串加整数。ValueError 是传入类型能被这个操作接受，但内容不合要求，比如 int 可以接收字符串，却不能把 three 变成整数。ZeroDivisionError 就是除数为零。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提问：int("3.0") 是什么？是 ValueError，int 直接读取字符串时要求整数格式；int(3.0) 则可以得到 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SyntaxError 要先修语法。当前文件需要先解析成功才会运行，所以不能在同一个坏掉的 try 旁边加 except 来补救漏冒号。动态执行别的代码的特殊情况不在这里展开。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常见异常：名字、类型和数值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下列例子分别运行，不要拼成一个程序。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类型	触发例子	原因</a:t>
            </a:r>
          </a:p>
          <a:p xmlns:a="http://schemas.openxmlformats.org/drawingml/2006/main">
            <a:r>
              <a:t>NameError	print(total)	total 尚未定义</a:t>
            </a:r>
          </a:p>
          <a:p xmlns:a="http://schemas.openxmlformats.org/drawingml/2006/main">
            <a:r>
              <a:t>TypeError	"3" + 1	不能把字符串和整数相加</a:t>
            </a:r>
          </a:p>
          <a:p xmlns:a="http://schemas.openxmlformats.org/drawingml/2006/main">
            <a:r>
              <a:t>ValueError	int("three")	字符串内容不能转成整数</a:t>
            </a:r>
          </a:p>
          <a:p xmlns:a="http://schemas.openxmlformats.org/drawingml/2006/main">
            <a:r>
              <a:t>ZeroDivisionError	10 / 0	除数是零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SyntaxError 是语法解析失败，如漏写冒号；同一文件里的 try 无法接住它自身的语法错误。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页：常见异常：查找和文件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IndexError 看位置是否越界。长度为二的列表只有下标 0、1。KeyError 看字典有没有指定键，和下标越界不是同一种错误。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AttributeError 是对象上没有这个属性或方法。字符串有 upper 方法，整数没有。这里给 123 加括号，让 Python 明确识别这个整数对象后再访问方法。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FileNotFoundError 要检查文件路径和当前工作目录。相对路径相对于程序当前工作目录，不一定就是脚本所在目录。不是所有打开失败都是找不到文件，权限问题会是别的异常。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提问：空列表取第一个元素是什么错误？空字典取 name 是什么错误？分别是 IndexError、KeyError。RecursionError 留到递归部分联系起来。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常见异常：查找和文件</a:t>
            </a:r>
          </a:p>
          <a:p xmlns:a="http://schemas.openxmlformats.org/drawingml/2006/main">
            <a:r>
              <a:t>类型	触发例子	原因</a:t>
            </a:r>
          </a:p>
          <a:p xmlns:a="http://schemas.openxmlformats.org/drawingml/2006/main">
            <a:r>
              <a:t>IndexError	[10, 20][2]	列表下标越界</a:t>
            </a:r>
          </a:p>
          <a:p xmlns:a="http://schemas.openxmlformats.org/drawingml/2006/main">
            <a:r>
              <a:t>KeyError	{"name": "Alice"}["age"]	字典里没有这个键</a:t>
            </a:r>
          </a:p>
          <a:p xmlns:a="http://schemas.openxmlformats.org/drawingml/2006/main">
            <a:r>
              <a:t>AttributeError	(123).upper()	整数没有 upper 方法</a:t>
            </a:r>
          </a:p>
          <a:p xmlns:a="http://schemas.openxmlformats.org/drawingml/2006/main">
            <a:r>
              <a:t>FileNotFoundError	open("missing.txt")	该路径没有文件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数字字面量外加括号，避免把方法调用写成语法错误。 递归调用过深还会遇到 RecursionError，后面再看。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页：try / except：出错后从哪里继续？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 raw 开始逐行走。int("abc") 失败，所以 number 没有成功赋值，“转换成功”也不会输出。解释器查找匹配的 except，执行“请输入整数”，然后继续到整个结构后面，输出“本次处理结束”。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板书输出：请输入整数；本次处理结束。把两句分成两行写。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except 不是重新执行的开关，失败的那一行不会自动再来一次。as error 给异常对象起一个临时名字，print(error) 可以查看具体原因，但这里选了简短的中文提示。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提问：将 raw 改成 "12" 呢？输出“转换成功”和“本次处理结束”，跳过 except。如果要在后面使用 number，要保证只在转换成功后使用，不能失败后还假设它存在。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try / except：出错后从哪里继续？</a:t>
            </a:r>
          </a:p>
          <a:p xmlns:a="http://schemas.openxmlformats.org/drawingml/2006/main">
            <a:r>
              <a:t>raw = "abc"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number = int(raw)</a:t>
            </a:r>
          </a:p>
          <a:p xmlns:a="http://schemas.openxmlformats.org/drawingml/2006/main">
            <a:r>
              <a:t>    print("转换成功")</a:t>
            </a:r>
          </a:p>
          <a:p xmlns:a="http://schemas.openxmlformats.org/drawingml/2006/main">
            <a:r>
              <a:t>except ValueError as error:</a:t>
            </a:r>
          </a:p>
          <a:p xmlns:a="http://schemas.openxmlformats.org/drawingml/2006/main">
            <a:r>
              <a:t>    print("请输入整数")</a:t>
            </a:r>
          </a:p>
          <a:p xmlns:a="http://schemas.openxmlformats.org/drawingml/2006/main">
            <a:r>
              <a:t>print("本次处理结束")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输出两行：请输入整数、本次处理结束。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 出错后，跳过 try 中剩余语句，进入匹配的 except。</a:t>
            </a:r>
          </a:p>
          <a:p xmlns:a="http://schemas.openxmlformats.org/drawingml/2006/main">
            <a:r>
              <a:t>处理完成后继续往下走，不会自动重试失败的那一行。</a:t>
            </a:r>
          </a:p>
          <a:p xmlns:a="http://schemas.openxmlformats.org/drawingml/2006/main">
            <a:r>
              <a:t>as error 取得异常对象；需要详细原因时可 print(error)。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页：多个 except：只执行第一个匹配项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依次试三种输入。"2" 转换成功，除法得到 5.0，没有 except 被执行。"abc" 在 int 处抛 ValueError，后面的除法被跳过。"0" 能转换，直到除法时才抛 ZeroDivisionError。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每次最多执行一个匹配的处理分支。不是先打印“不是整数”，再继续检查能不能除零。匹配规则也包含子类，所以以后如果既写具体异常又写 Exception，具体的必须放前面，否则前面的宽泛处理会先接走它。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处理方式完全一样时，可以写 except (ValueError, TypeError):。本例两个错误的提示不同，就分别写。不要写 except ValueError or TypeError，这不是表示“捕获两种”的语法。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多个 except：只执行第一个匹配项</a:t>
            </a:r>
          </a:p>
          <a:p xmlns:a="http://schemas.openxmlformats.org/drawingml/2006/main">
            <a:r>
              <a:t>raw = "0"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number = int(raw)</a:t>
            </a:r>
          </a:p>
          <a:p xmlns:a="http://schemas.openxmlformats.org/drawingml/2006/main">
            <a:r>
              <a:t>    print(10 / number)</a:t>
            </a:r>
          </a:p>
          <a:p xmlns:a="http://schemas.openxmlformats.org/drawingml/2006/main">
            <a:r>
              <a:t>except ValueError:</a:t>
            </a:r>
          </a:p>
          <a:p xmlns:a="http://schemas.openxmlformats.org/drawingml/2006/main">
            <a:r>
              <a:t>    print("不是整数")</a:t>
            </a:r>
          </a:p>
          <a:p xmlns:a="http://schemas.openxmlformats.org/drawingml/2006/main">
            <a:r>
              <a:t>except ZeroDivisionError:</a:t>
            </a:r>
          </a:p>
          <a:p xmlns:a="http://schemas.openxmlformats.org/drawingml/2006/main">
            <a:r>
              <a:t>    print("不能除以零")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raw 为 "2" 时输出 5.0；为 "abc" 时输出 不是整数；为 "0" 时输出 不能除以零。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具体异常写在宽泛异常前。</a:t>
            </a:r>
          </a:p>
          <a:p xmlns:a="http://schemas.openxmlformats.org/drawingml/2006/main">
            <a:r>
              <a:t>相同处理可合写：except (ValueError, TypeError):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页：try / except / else / finally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暂时别运行，让大家分别写 raw 为 "2"、"x"、"0" 时的输出。强调此处只有一个 except ValueError，故意没有捕获除零。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成功时，try 中算出结果，进入 else 输出结果。失败时从 try 的出错位置直接离开，能匹配就进入处理分支。finally 放共同的收尾代码。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给半分钟预测，尤其问最后的 after 是否一定会打印。答案下一页核对。这里没有 return 或 break；如果 try 通过 return、break、continue 提前离开，也不会进入 else，但离开前仍会执行 finally。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try / except / else / finally</a:t>
            </a:r>
          </a:p>
          <a:p xmlns:a="http://schemas.openxmlformats.org/drawingml/2006/main">
            <a:r>
              <a:t>raw = "2"  # 再分别试 "x"、"0"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print("try")</a:t>
            </a:r>
          </a:p>
          <a:p xmlns:a="http://schemas.openxmlformats.org/drawingml/2006/main">
            <a:r>
              <a:t>    value = 10 / int(raw)</a:t>
            </a:r>
          </a:p>
          <a:p xmlns:a="http://schemas.openxmlformats.org/drawingml/2006/main">
            <a:r>
              <a:t>except ValueError:</a:t>
            </a:r>
          </a:p>
          <a:p xmlns:a="http://schemas.openxmlformats.org/drawingml/2006/main">
            <a:r>
              <a:t>    print("except")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print("else", value)</a:t>
            </a:r>
          </a:p>
          <a:p xmlns:a="http://schemas.openxmlformats.org/drawingml/2006/main">
            <a:r>
              <a:t>finally:</a:t>
            </a:r>
          </a:p>
          <a:p xmlns:a="http://schemas.openxmlformats.org/drawingml/2006/main">
            <a:r>
              <a:t>    print("finally")</a:t>
            </a:r>
          </a:p>
          <a:p xmlns:a="http://schemas.openxmlformats.org/drawingml/2006/main">
            <a:r>
              <a:t>print("after")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先预测三种输入的输出。这里只捕获 ValueError。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页：三条执行路径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第一行输出 try、else 5.0、finally、after。第二行输出 try、except、finally、after。第三行只在标准输出中看到 try 和 finally，然后错误输出报告 ZeroDivisionError，程序退出，after 没有运行。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这就说明 finally 并不是“无论如何程序都继续”。它做完以后，原来没有处理掉的异常仍然要向外传播。函数内部没处理，可以由调用者的 try 接住；一直找不到处理者，就终止当前程序。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else 用来放成功以后才做的事情。它里面如果产生新异常，旁边同级的 except 不负责接。except 自己运行时产生的新异常也是一样，需要更外层的处理。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注意：这里描述的是 Python 正常的控制流和异常传播，不把 finally 说成断电、强制杀进程时也能执行。课堂重点仍是这三条普通路径。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三条执行路径</a:t>
            </a:r>
          </a:p>
          <a:p xmlns:a="http://schemas.openxmlformats.org/drawingml/2006/main">
            <a:r>
              <a:t>raw	标准输出（按行）	后续结果</a:t>
            </a:r>
          </a:p>
          <a:p xmlns:a="http://schemas.openxmlformats.org/drawingml/2006/main">
            <a:r>
              <a:t>"2"	try / else 5.0 / finally / after	正常结束</a:t>
            </a:r>
          </a:p>
          <a:p xmlns:a="http://schemas.openxmlformats.org/drawingml/2006/main">
            <a:r>
              <a:t>"x"	try / except / finally / after	异常已处理</a:t>
            </a:r>
          </a:p>
          <a:p xmlns:a="http://schemas.openxmlformats.org/drawingml/2006/main">
            <a:r>
              <a:t>"0"	try / finally	ZeroDivisionError 继续向外抛出</a:t>
            </a:r>
          </a:p>
          <a:p xmlns:a="http://schemas.openxmlformats.org/drawingml/2006/main">
            <a:r>
              <a:t>else：try 正常执行完、没有异常时才进入。</a:t>
            </a:r>
          </a:p>
          <a:p xmlns:a="http://schemas.openxmlformats.org/drawingml/2006/main">
            <a:r>
              <a:t>finally：离开这个结构前执行清理；它不会自动消除异常。</a:t>
            </a:r>
          </a:p>
          <a:p xmlns:a="http://schemas.openxmlformats.org/drawingml/2006/main">
            <a:r>
              <a:t>except 只接住对应 try 内的异常，不接住同级 else 或其他 except 的新异常。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页：return 前也会执行 finally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先猜结果和清理谁先打印。进入 try 时已经计算出要返回的字符串，但离开函数前还要执行 finally，所以先打印清理。之后函数把“结果”交给外面的 print，再打印结果。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finally 只做收尾会比较清楚。不要在里面再放 return。如果 try 中准备返回 1，finally 又 return 2，最终会返回 2。更麻烦的是 try 中正在抛出异常，finally 的 return 可能让异常消失，调试时就找不到原来的问题。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这也联系到 break、continue：它们要离开 try 时，同样先执行 finally，再继续原定的控制转移。不要为了记关键词，把所有地方都加 finally。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return 前也会执行 finally</a:t>
            </a:r>
          </a:p>
          <a:p xmlns:a="http://schemas.openxmlformats.org/drawingml/2006/main">
            <a:r>
              <a:t>def demo():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return "结果"</a:t>
            </a:r>
          </a:p>
          <a:p xmlns:a="http://schemas.openxmlformats.org/drawingml/2006/main">
            <a:r>
              <a:t>    finally:</a:t>
            </a:r>
          </a:p>
          <a:p xmlns:a="http://schemas.openxmlformats.org/drawingml/2006/main">
            <a:r>
              <a:t>        print("清理")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print(demo())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输出顺序是 清理，然后 结果。先准备返回值，再执行 finally，最后返回。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不要在 finally 里写 return：它可能覆盖原返回值，甚至压掉正在传播的异常。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页：读文件：用 with 负责关闭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这是一个实际使用例子。打开 score.txt，读取文本，再用 int 转换。文件不存在时提示路径问题；文件存在但内容是 abc 时，提示内容问题。成功读到 85，进入 else，输出“读到的分数： 85”。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文件打开成功后，with 帮我们在离开代码块时关闭它，包含 int 转换失败的情况。这样就不用自己在所有成功、失败分支中重复写 close。打开本身失败时，根本没有成功取得文件对象，也不存在一个已打开的文件等着我们关闭。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try 的范围只覆盖本次读取和转换，后面其他业务代码不一起包进去。FileNotFoundError 不包括所有 I/O 失败，其他未计划处理的错误让它正常报告。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讲课时可以准备三个目录或三次替换文件：内容 85、内容 abc、没有该文件。不要改用户的重要文件来做演示。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读文件：用 with 负责关闭</a:t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with open("score.txt", encoding="utf-8") as file:</a:t>
            </a:r>
          </a:p>
          <a:p xmlns:a="http://schemas.openxmlformats.org/drawingml/2006/main">
            <a:r>
              <a:t>        score = int(file.read())</a:t>
            </a:r>
          </a:p>
          <a:p xmlns:a="http://schemas.openxmlformats.org/drawingml/2006/main">
            <a:r>
              <a:t>except FileNotFoundError:</a:t>
            </a:r>
          </a:p>
          <a:p xmlns:a="http://schemas.openxmlformats.org/drawingml/2006/main">
            <a:r>
              <a:t>    print("找不到 score.txt")</a:t>
            </a:r>
          </a:p>
          <a:p xmlns:a="http://schemas.openxmlformats.org/drawingml/2006/main">
            <a:r>
              <a:t>except ValueError:</a:t>
            </a:r>
          </a:p>
          <a:p xmlns:a="http://schemas.openxmlformats.org/drawingml/2006/main">
            <a:r>
              <a:t>    print("文件里应当是一个整数")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print("读到的分数：", score)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文件打开成功后，无论读取、转换成功还是抛出异常，离开 with 都会关闭文件。 常见资源清理优先用 with；finally 可处理其他必须执行的收尾操作。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页：raise：主动说明输入不符合要求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 只能判断能不能转成整数，不能替我们判断考试分数范围。85 合法，120 虽然也是整数，但不符合这个函数约定，所以我们主动 raise ValueError，并写明原因。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后不会继续执行 return score，本次调用没有正常返回。这个函数负责解释数据有什么问题，至于显示提示、要求重输还是终止，让调用者决定。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分别问："abc" 和 "120" 从哪一行抛出异常？前者是 int，后者是 raise。"0"、"100" 都应通过。若已经有合适的内置异常，用 ValueError 就够了，不必每个函数都新建异常类。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raise：主动说明输入不符合要求</a:t>
            </a:r>
          </a:p>
          <a:p xmlns:a="http://schemas.openxmlformats.org/drawingml/2006/main">
            <a:r>
              <a:t>def parse_score(text):</a:t>
            </a:r>
          </a:p>
          <a:p xmlns:a="http://schemas.openxmlformats.org/drawingml/2006/main">
            <a:r>
              <a:t>    score = int(text)</a:t>
            </a:r>
          </a:p>
          <a:p xmlns:a="http://schemas.openxmlformats.org/drawingml/2006/main">
            <a:r>
              <a:t>    if not 0 &lt;= score &lt;= 100:</a:t>
            </a:r>
          </a:p>
          <a:p xmlns:a="http://schemas.openxmlformats.org/drawingml/2006/main">
            <a:r>
              <a:t>        raise ValueError("分数必须在 0 到 100 之间")</a:t>
            </a:r>
          </a:p>
          <a:p xmlns:a="http://schemas.openxmlformats.org/drawingml/2006/main">
            <a:r>
              <a:t>    return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print(parse_score("85"))  # 85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"abc" 会在 int 处失败；"120" 能转成整数，但会在 raise 处失败。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后，本次函数调用不再执行后面的 return。由调用者决定提示、重试或继续抛出。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页：自定义异常：给范围错误一个名字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如果调用者需要区分“整数格式不对”和“整数超出分数范围”，可以起一个专门的异常名。class ScoreRangeError(ValueError) 表示它继承 ValueError；pass 表示暂时不增加其他内容。本节只需要看懂这个定义，不展开完整的面向对象课程。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120 的转换成功，范围检查失败，抛出 ScoreRangeError，下面的 except 接住它并打印说明。85 会正常输出 85。若换成 abc，会产生普通 ValueError，这个只捕获 ScoreRangeError 的分支接不住它。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反过来，except ValueError 可以捕获 ScoreRangeError，因为后者是前者的子类。若要分别处理，先写 except ScoreRangeError，再写 except ValueError。顺序反过来，专门分支就没有机会执行。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提问：创建这个类之后是不是所有 ValueError 都会变成 ScoreRangeError？不会，只有代码明确 raise 这个类型时才是。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自定义异常：给范围错误一个名字</a:t>
            </a:r>
          </a:p>
          <a:p xmlns:a="http://schemas.openxmlformats.org/drawingml/2006/main">
            <a:r>
              <a:t>class ScoreRangeError(ValueError):</a:t>
            </a:r>
          </a:p>
          <a:p xmlns:a="http://schemas.openxmlformats.org/drawingml/2006/main">
            <a:r>
              <a:t>   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parse_score(text):</a:t>
            </a:r>
          </a:p>
          <a:p xmlns:a="http://schemas.openxmlformats.org/drawingml/2006/main">
            <a:r>
              <a:t>    score = int(text)</a:t>
            </a:r>
          </a:p>
          <a:p xmlns:a="http://schemas.openxmlformats.org/drawingml/2006/main">
            <a:r>
              <a:t>    if not 0 &lt;= score &lt;= 100:</a:t>
            </a:r>
          </a:p>
          <a:p xmlns:a="http://schemas.openxmlformats.org/drawingml/2006/main">
            <a:r>
              <a:t>        raise ScoreRangeError("分数超出 0 到 100")</a:t>
            </a:r>
          </a:p>
          <a:p xmlns:a="http://schemas.openxmlformats.org/drawingml/2006/main">
            <a:r>
              <a:t>    return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print(parse_score("120"))</a:t>
            </a:r>
          </a:p>
          <a:p xmlns:a="http://schemas.openxmlformats.org/drawingml/2006/main">
            <a:r>
              <a:t>except ScoreRangeError as error:</a:t>
            </a:r>
          </a:p>
          <a:p xmlns:a="http://schemas.openxmlformats.org/drawingml/2006/main">
            <a:r>
              <a:t>    print(error)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输出 分数超出 0 到 100。它是 ValueError 的子类，也能被 except ValueError 捕获。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页：需要重试，就明确写循环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 abc 时 int 失败，打印提示，然后 while 开始下一轮。输入 12 时转换成功，进入 else，通过 break 退出循环，最终打印“得到 12”。这里允许负整数，因为我们只检查格式；如果要求分数范围，还要使用前面那个校验函数。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把重试写成循环，大家就能看到下一次输入在哪里发生。不要认为捕获异常以后解释器会自动重新执行 input。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不用 except: pass。它既没有提示，也可能接住不该隐藏的错误甚至用户中断。这里仅捕获 ValueError，所以按 Ctrl+C 仍能结束输入。讲义里这个循环不捕获 EOFError，输入流结束时会正常报告。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过渡：接下来在字典里，访问不存在的键会产生 KeyError。我们先把基本读写弄清楚，再看往年的名单分组例子。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需要重试，就明确写循环</a:t>
            </a:r>
          </a:p>
          <a:p xmlns:a="http://schemas.openxmlformats.org/drawingml/2006/main">
            <a:r>
              <a:t>while True: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number = int(input("请输入整数："))</a:t>
            </a:r>
          </a:p>
          <a:p xmlns:a="http://schemas.openxmlformats.org/drawingml/2006/main">
            <a:r>
              <a:t>    except ValueError:</a:t>
            </a:r>
          </a:p>
          <a:p xmlns:a="http://schemas.openxmlformats.org/drawingml/2006/main">
            <a:r>
              <a:t>        print("格式不对，请重试")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break</a:t>
            </a:r>
          </a:p>
          <a:p xmlns:a="http://schemas.openxmlformats.org/drawingml/2006/main">
            <a:r>
              <a:t>print("得到", number)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>只有转换成功才离开循环；这里只检查格式，没有限定数值范围。</a:t>
            </a:r>
          </a:p>
          <a:p xmlns:a="http://schemas.openxmlformats.org/drawingml/2006/main">
            <a:r>
              <a:t>try 尽量只包住要处理的操作，别把整个程序都塞进去。</a:t>
            </a:r>
          </a:p>
          <a:p xmlns:a="http://schemas.openxmlformats.org/drawingml/2006/main">
            <a:r>
              <a:t>不用 except: pass 隐藏错误；拼写或逻辑错误应修正代码。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页：字典（Dictionary）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字典适合保存按名字或编号查找的对应关系。列表常用位置取元素，字典常用键找值。接下来先熟悉读写，再做计数和分组。打印站作业仍按题目要求使用列表，这里的字典例子是独立练习。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字典（Dictionary）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页：字典的键和值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 Alice 对应 85 来区分键和值。同一个键只能对应一个当前值，再写 scores["Alice"] = 90，会覆盖 85，不会多出第二个 Alice。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常见键可以用字符串和整数，不能用列表或字典，因为键需要可哈希。元组也要看里面的元素：("B", 1) 可以，([1],) 不可以。值没有这个要求，值可以是列表，所以后面一个班级能对应一整份学生名单。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3.7 以后保证插入顺序，但这不代表字典会按键的大小或字母顺序自动排序。查找按键，不是按“第几个”。通常平均查找很快，本节不展开哈希表实现，也不把 O(1) 说成所有情况的保证。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字典的键和值</a:t>
            </a:r>
          </a:p>
          <a:p xmlns:a="http://schemas.openxmlformats.org/drawingml/2006/main">
            <a:r>
              <a:t>字典保存键（key）与值（value）的对应关系，按键查找。</a:t>
            </a:r>
          </a:p>
          <a:p xmlns:a="http://schemas.openxmlformats.org/drawingml/2006/main">
            <a:r>
              <a:t>键唯一；再次给同一个键赋值，会覆盖旧值。</a:t>
            </a:r>
          </a:p>
          <a:p xmlns:a="http://schemas.openxmlformats.org/drawingml/2006/main">
            <a:r>
              <a:t>键必须可哈希：字符串、整数通常可以，列表和字典不可以。</a:t>
            </a:r>
          </a:p>
          <a:p xmlns:a="http://schemas.openxmlformats.org/drawingml/2006/main">
            <a:r>
              <a:t>值可以是列表、字典等对象；Python 3.7+ 按插入顺序遍历。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例：{"Alice": 85, "Bob": 90}，"Alice" 是键，85 是对应的值。 本节练习字典，不改变 HW2 打印站使用列表的要求。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24 页：创建、增加、修改、删除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先写一个人名和年龄。给新的 class 键赋值是增加，给已有 age 赋值是覆盖。update 可以一次传入多项，本例同样把 age 改成 20。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pop 把 age 删除，并把删掉的值 20 返回，所以我们可以存进变量。del 删除 class，不提供返回值。最后打印 age 是 20，打印字典只剩 name。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提问：再 pop 一次 age 会怎样？不带默认值会 KeyError。若我们允许它不存在，可写 person.pop("age", None)，此时不存在就返回 None。选默认值是题目语义，不是所有地方都加默认值。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创建、增加、修改、删除</a:t>
            </a:r>
          </a:p>
          <a:p xmlns:a="http://schemas.openxmlformats.org/drawingml/2006/main">
            <a:r>
              <a:t>person = {"name": "Alice", "age": 18}</a:t>
            </a:r>
          </a:p>
          <a:p xmlns:a="http://schemas.openxmlformats.org/drawingml/2006/main">
            <a:r>
              <a:t>person["class"] = "B"  # 新键：增加</a:t>
            </a:r>
          </a:p>
          <a:p xmlns:a="http://schemas.openxmlformats.org/drawingml/2006/main">
            <a:r>
              <a:t>person["age"] = 19  # 已有键：修改</a:t>
            </a:r>
          </a:p>
          <a:p xmlns:a="http://schemas.openxmlformats.org/drawingml/2006/main">
            <a:r>
              <a:t>person.update({"age": 20})  # 更新同名键</a:t>
            </a:r>
          </a:p>
          <a:p xmlns:a="http://schemas.openxmlformats.org/drawingml/2006/main">
            <a:r>
              <a:t>age = person.pop("age")  # 删除，并返回旧值</a:t>
            </a:r>
          </a:p>
          <a:p xmlns:a="http://schemas.openxmlformats.org/drawingml/2006/main">
            <a:r>
              <a:t>del person["class"]  # 删除，不返回旧值</a:t>
            </a:r>
          </a:p>
          <a:p xmlns:a="http://schemas.openxmlformats.org/drawingml/2006/main">
            <a:r>
              <a:t>print(age)</a:t>
            </a:r>
          </a:p>
          <a:p xmlns:a="http://schemas.openxmlformats.org/drawingml/2006/main">
            <a:r>
              <a:t>print(person)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输出 20 和 {'name': 'Alice'}。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pop、del 删除不存在的键会抛出 KeyError；pop(key, 默认值) 可约定键不存在时的返回值。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25 页：读取：下标、get 和 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下标访问表示我们要取这个键；不存在就报告 KeyError。get 可以在不存在时返回约定的默认值，但不会写入字典。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先问 Bob 的 get 返回 0 后，下一行 Bob in scores 是什么？仍是 False。再问 85 in scores，它检查的是键，所以仍是 False。要检查值，就看 scores.values()。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如果缺少成绩表示尚未提交，用 None 或明确提示可能更合适，不能不加思考地当成零分。还要注意 get 没有默认参数时返回 None，若某个实际存储值也恰好是 None，就不能仅凭结果区分缺失与存在，要用 in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读取：下标、get 和 in</a:t>
            </a:r>
          </a:p>
          <a:p xmlns:a="http://schemas.openxmlformats.org/drawingml/2006/main">
            <a:r>
              <a:t>scores = {"Alice": 85}</a:t>
            </a:r>
          </a:p>
          <a:p xmlns:a="http://schemas.openxmlformats.org/drawingml/2006/main">
            <a:r>
              <a:t>print(scores["Alice"])        # 85</a:t>
            </a:r>
          </a:p>
          <a:p xmlns:a="http://schemas.openxmlformats.org/drawingml/2006/main">
            <a:r>
              <a:t>print(scores.get("Bob", 0))    # 0</a:t>
            </a:r>
          </a:p>
          <a:p xmlns:a="http://schemas.openxmlformats.org/drawingml/2006/main">
            <a:r>
              <a:t>print("Bob" in scores)        # False</a:t>
            </a:r>
          </a:p>
          <a:p xmlns:a="http://schemas.openxmlformats.org/drawingml/2006/main">
            <a:r>
              <a:t>print(85 in scores)           # False：in 检查键</a:t>
            </a:r>
          </a:p>
          <a:p xmlns:a="http://schemas.openxmlformats.org/drawingml/2006/main">
            <a:r>
              <a:t>print(85 in scores.values())  # True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scores["Bob"] 抛出 KeyError；get("Bob") 返回 None。 get 只读取，不会把 "Bob" 加进字典。默认值要符合实际含义，不能一律用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26 页：遍历：一次取到键和值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items 每次给出一个键值对，左边的 name、score 分别接住。按插入顺序，先输出 Alice 85，再输出 Bob 90。keys 只给键，values 只给值。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这里把视图转换成 list，是为了让输出直接显示成我们熟悉的列表。视图不是生成时刻的独立快照，它跟着字典更新；list(scores.keys()) 才建立当前这些键的列表。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提问：直接 for name in scores 会取到什么？取到键，不是键值对。若写两个变量接一个字符串键，可能会得到解包错误，或者碰巧拆成字符，不能这么用。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遍历：一次取到键和值</a:t>
            </a:r>
          </a:p>
          <a:p xmlns:a="http://schemas.openxmlformats.org/drawingml/2006/main">
            <a:r>
              <a:t>scores = {"Alice": 85, "Bob": 90}</a:t>
            </a:r>
          </a:p>
          <a:p xmlns:a="http://schemas.openxmlformats.org/drawingml/2006/main">
            <a:r>
              <a:t>for name, score in scores.items():</a:t>
            </a:r>
          </a:p>
          <a:p xmlns:a="http://schemas.openxmlformats.org/drawingml/2006/main">
            <a:r>
              <a:t>    print(name, score)</a:t>
            </a:r>
          </a:p>
          <a:p xmlns:a="http://schemas.openxmlformats.org/drawingml/2006/main">
            <a:r>
              <a:t>print(list(scores.keys()))</a:t>
            </a:r>
          </a:p>
          <a:p xmlns:a="http://schemas.openxmlformats.org/drawingml/2006/main">
            <a:r>
              <a:t>print(list(scores.values()))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输出依次为：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Alice 85</a:t>
            </a:r>
          </a:p>
          <a:p xmlns:a="http://schemas.openxmlformats.org/drawingml/2006/main">
            <a:r>
              <a:t>Bob 90</a:t>
            </a:r>
          </a:p>
          <a:p xmlns:a="http://schemas.openxmlformats.org/drawingml/2006/main">
            <a:r>
              <a:t>['Alice', 'Bob']</a:t>
            </a:r>
          </a:p>
          <a:p xmlns:a="http://schemas.openxmlformats.org/drawingml/2006/main">
            <a:r>
              <a:t>[85, 90]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key in scores 默认遍历键。keys()、values()、items() 是随字典变化的视图。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27 页：应用：统计每个单词出现几次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跟踪 cat。第一次出现时，counts 没有 cat，get 返回 0，加一得到 1，再赋值写回。第二次读到 cat，取到旧值 1，写回 2。最后是 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dog 两次，bird 一次。字典里保留的是首次插入的顺序，不是按照次数大小排序。可以让学生先手推前三个单词，得到 cat 为 2、dog 为 1，再看最终结果。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强调真正修改字典的是赋值语句。如果只调用 counts.get(word, 0) + 1，不把结果写回，counts 仍然是空字典。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应用：统计每个单词出现几次</a:t>
            </a:r>
          </a:p>
          <a:p xmlns:a="http://schemas.openxmlformats.org/drawingml/2006/main">
            <a:r>
              <a:t>words = ["cat", "dog", "cat", "bird", "dog", "cat"]</a:t>
            </a:r>
          </a:p>
          <a:p xmlns:a="http://schemas.openxmlformats.org/drawingml/2006/main">
            <a:r>
              <a:t>counts = {}</a:t>
            </a:r>
          </a:p>
          <a:p xmlns:a="http://schemas.openxmlformats.org/drawingml/2006/main">
            <a:r>
              <a:t>for word in words:</a:t>
            </a:r>
          </a:p>
          <a:p xmlns:a="http://schemas.openxmlformats.org/drawingml/2006/main">
            <a:r>
              <a:t>    counts[word] = counts.get(word, 0) + 1</a:t>
            </a:r>
          </a:p>
          <a:p xmlns:a="http://schemas.openxmlformats.org/drawingml/2006/main">
            <a:r>
              <a:t>print(counts)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>{'cat': 3, 'dog': 2, 'bird': 1}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第一次出现时，用 0 + 1 建立记录；之后取出旧次数再加一。 真正写回字典的是左边的 counts[word] = ...。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28 页：按班级整理名单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沿用 2024 年的分组例题。字典的键是班级，值是学生列表。初始只有 class1，列表还是空的。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Alice 和 Bob 都先进入 try，不是一个选 try、另一个选 except。Alice 查 class1 成功，追加名字。Bob 查 class2 时抛出 KeyError，执行 except，新建只有 Bob 的列表。Celine 和 Dan 后来都能找到现有班级，直接加入列表。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 += [name] 把单元素列表接到原列表后面，不能写成 += name，否则会按字符串里的字符逐个加入。也可以用 append(name)。本例保留往年的写法，便于对照。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先让学生预测最后两个列表的内容，下一页核对每次发生了什么。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按班级整理名单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 class1，没有 class2。两人都先执行 try，谁随后会进入 except？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students = [</a:t>
            </a:r>
          </a:p>
          <a:p xmlns:a="http://schemas.openxmlformats.org/drawingml/2006/main">
            <a:r>
              <a:t>    ["Alice", "class1"], ["Bob", "class2"],</a:t>
            </a:r>
          </a:p>
          <a:p xmlns:a="http://schemas.openxmlformats.org/drawingml/2006/main">
            <a:r>
              <a:t>    ["Celine", "class1"], ["Dan", "class2"]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classMember = {"class1": []}</a:t>
            </a:r>
          </a:p>
          <a:p xmlns:a="http://schemas.openxmlformats.org/drawingml/2006/main">
            <a:r>
              <a:t>for [name, className] in students: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classMember[className] += [name]</a:t>
            </a:r>
          </a:p>
          <a:p xmlns:a="http://schemas.openxmlformats.org/drawingml/2006/main">
            <a:r>
              <a:t>    except KeyError:</a:t>
            </a:r>
          </a:p>
          <a:p xmlns:a="http://schemas.openxmlformats.org/drawingml/2006/main">
            <a:r>
              <a:t>        classMember[className] = [name]</a:t>
            </a:r>
          </a:p>
          <a:p xmlns:a="http://schemas.openxmlformats.org/drawingml/2006/main">
            <a:r>
              <a:t>print(classMember)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29 页：同一班级的学生保存在同一个列表中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逐行对照：Alice 走成功路径，Bob 发生一次 KeyError 并建立 class2，Celine 和 Dan 都走成功路径。最终 class1 是 Alice、Celine，class2 是 Bob、Dan。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这说明异常在循环的一次迭代里被处理后，循环可以继续下一位学生。若 KeyError 没有匹配的处理，循环就不会自动继续。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也可以先用 if className not in classMember 建空列表，再 append。代码是否容易读比有没有用到异常更重要。下一页介绍一个常用方法，但不要求每次都写成最短的一行。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同一班级的学生保存在同一个列表中</a:t>
            </a:r>
          </a:p>
          <a:p xmlns:a="http://schemas.openxmlformats.org/drawingml/2006/main">
            <a:r>
              <a:t>{'class1': ['Alice', 'Celine'], 'class2': ['Bob', 'Dan']}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>学生	查找结果	执行操作</a:t>
            </a:r>
          </a:p>
          <a:p xmlns:a="http://schemas.openxmlformats.org/drawingml/2006/main">
            <a:r>
              <a:t>Alice	class1 已存在	在原列表中加入 Alice</a:t>
            </a:r>
          </a:p>
          <a:p xmlns:a="http://schemas.openxmlformats.org/drawingml/2006/main">
            <a:r>
              <a:t>Bob	class2 不存在	捕获 KeyError，建立新列表</a:t>
            </a:r>
          </a:p>
          <a:p xmlns:a="http://schemas.openxmlformats.org/drawingml/2006/main">
            <a:r>
              <a:t>Celine / Dan	对应班级已存在	加入对应列表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也可以先判断 className in classMember，不必为了用异常而使用异常。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30 页：setdefault：没有这个键时才放入默认值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第一次 class1 不存在，setdefault 把空列表存进字典，并把这个列表返回；随后 append 修改它。第二次键已经存在，返回的是已有名单，不会把它重置为空列表。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下面的 get 看起来相似，行为却不同。other 缺少键时，get 返回临时的空列表，append 确实把 Alice 加进那个列表，但列表没有放进 other，所以打印 other 仍是空字典。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提问：第二个 setdefault 的默认值换成 ["X"]，已有 class1 会不会多出 X？不会，存在时直接返回已有值。这是“没有才插入”，不是“总是更新”。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setdefault：没有这个键时才放入默认值</a:t>
            </a:r>
          </a:p>
          <a:p xmlns:a="http://schemas.openxmlformats.org/drawingml/2006/main">
            <a:r>
              <a:t>groups = {}</a:t>
            </a:r>
          </a:p>
          <a:p xmlns:a="http://schemas.openxmlformats.org/drawingml/2006/main">
            <a:r>
              <a:t>groups.setdefault("class1", []).append("Alice")</a:t>
            </a:r>
          </a:p>
          <a:p xmlns:a="http://schemas.openxmlformats.org/drawingml/2006/main">
            <a:r>
              <a:t>groups.setdefault("class1", []).append("Celine")</a:t>
            </a:r>
          </a:p>
          <a:p xmlns:a="http://schemas.openxmlformats.org/drawingml/2006/main">
            <a:r>
              <a:t>print(groups)  # {'class1': ['Alice', 'Celine']}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other = {}</a:t>
            </a:r>
          </a:p>
          <a:p xmlns:a="http://schemas.openxmlformats.org/drawingml/2006/main">
            <a:r>
              <a:t>other.get("class1", []).append("Alice")</a:t>
            </a:r>
          </a:p>
          <a:p xmlns:a="http://schemas.openxmlformats.org/drawingml/2006/main">
            <a:r>
              <a:t>print(other)   # {}：临时列表没有存进字典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setdefault 返回已有值；键不存在时，先存入默认值再返回。 已有键的值不会被新的默认值覆盖。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31 页：值是列表时：copy 仍然是浅复制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copy 新建了一层字典，但里面的 class1 仍指向同一个列表。通过 backup 做 append，相当于改同一个名单，所以 groups 里也看到 Bob。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后面给 backup["class1"] 赋一个新的列表，是让副本中的键指向另一个列表，不会修改 groups 中的对应关系。于是 groups 还是 Alice、Bob，而 backup 是 Dan。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可以画两个字典框，箭头先都指向同一个列表，再把副本的箭头改画到新列表。和 SNAP 的问题相同：要分清修改对象内部，还是让变量或键改指向别的对象。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值是列表时：copy 仍然是浅复制</a:t>
            </a:r>
          </a:p>
          <a:p xmlns:a="http://schemas.openxmlformats.org/drawingml/2006/main">
            <a:r>
              <a:t>groups = {"class1": ["Alice"]}</a:t>
            </a:r>
          </a:p>
          <a:p xmlns:a="http://schemas.openxmlformats.org/drawingml/2006/main">
            <a:r>
              <a:t>backup = groups.copy()</a:t>
            </a:r>
          </a:p>
          <a:p xmlns:a="http://schemas.openxmlformats.org/drawingml/2006/main">
            <a:r>
              <a:t>backup["class1"].append("Bob")</a:t>
            </a:r>
          </a:p>
          <a:p xmlns:a="http://schemas.openxmlformats.org/drawingml/2006/main">
            <a:r>
              <a:t>print(groups)  # {'class1': ['Alice', 'Bob']}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backup["class1"] = ["Dan"]</a:t>
            </a:r>
          </a:p>
          <a:p xmlns:a="http://schemas.openxmlformats.org/drawingml/2006/main">
            <a:r>
              <a:t>print(groups)  # {'class1': ['Alice', 'Bob']}</a:t>
            </a:r>
          </a:p>
          <a:p xmlns:a="http://schemas.openxmlformats.org/drawingml/2006/main">
            <a:r>
              <a:t>print(backup)  # {'class1': ['Dan']}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append 改的是共享列表；给 backup["class1"] 重新赋值，只替换副本中的对应关系。 这与 HW2 只复制外层队列时遇到的问题相同。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32 页：遍历时删除：先收集键，再修改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假设我们要删除值为零的记录。这只是演示字典删除，不是规定真实成绩应该删除零分。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第一行列表推导式只读取字典，得到待删键列表 ["Bob"]。第二个循环遍历这个独立列表，再删除原字典中的 Bob。最后只剩 Alice 和 Celine。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不要直接在 for name in scores 的循环里 del scores[name]，遍历过程改变字典大小可能报 RuntimeError。也不要指望捕获这个错误后重跑就能修好逻辑，应该把遍历与修改安排清楚。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过渡：前面跟踪的是容器状态和异常路径。后面换到函数调用，看看一层函数还没结束，又调用自己时，状态保存在什么地方。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遍历时删除：先收集键，再修改</a:t>
            </a:r>
          </a:p>
          <a:p xmlns:a="http://schemas.openxmlformats.org/drawingml/2006/main">
            <a:r>
              <a:t>scores = {"Alice": 85, "Bob": 0, "Celine": 90}</a:t>
            </a:r>
          </a:p>
          <a:p xmlns:a="http://schemas.openxmlformats.org/drawingml/2006/main">
            <a:r>
              <a:t>to_remove = [key for key in scores if scores[key] == 0]</a:t>
            </a:r>
          </a:p>
          <a:p xmlns:a="http://schemas.openxmlformats.org/drawingml/2006/main">
            <a:r>
              <a:t>for name in to_remove:</a:t>
            </a:r>
          </a:p>
          <a:p xmlns:a="http://schemas.openxmlformats.org/drawingml/2006/main">
            <a:r>
              <a:t>    del scores[name]</a:t>
            </a:r>
          </a:p>
          <a:p xmlns:a="http://schemas.openxmlformats.org/drawingml/2006/main">
            <a:r>
              <a:t>print(scores)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>{'Alice': 85, 'Celine': 90}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直接遍历字典时增加或删除键，可能触发 RuntimeError 或漏遍历。 这里先生成独立的键列表，第二个循环再修改字典。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33 页：递归（Recursion）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递归就是函数在计算过程中再次调用自身。先不要急着选复杂题，我们用阶乘，把调用和返回的过程完整走一遍。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递归（Recursion）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34 页：阶乘的递推关系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`5!` 是 `5 × 4 × 3 × 2 × 1`。把后面四个数看成一个整体，就是 `4!`，所以 `5! = 5 × 4!`。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同样地，知道 `(n - 1)!`，再乘以 `n` 就得到 `n!`。这就是递归函数里那个乘法的来源。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**提问：** 如果现在告诉你 `4! = 24`，还需要重新算 `4 × 3 × 2 × 1` 才能得到 `5!` 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**答案：** 不需要，直接算 `5 × 24`。当前这一层需要小问题的答案，而不是把它的所有计算步骤再抄一遍。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阶乘的递推关系</a:t>
            </a:r>
          </a:p>
          <a:p xmlns:a="http://schemas.openxmlformats.org/drawingml/2006/main">
            <a:r>
              <a:t>正整数 n 的阶乘是从 1 到 n 的所有整数之积。 5! = 5 * 4 * 3 * 2 * 1 = 120</a:t>
            </a:r>
          </a:p>
          <a:p xmlns:a="http://schemas.openxmlformats.org/drawingml/2006/main">
            <a:r>
              <a:t>因此，n! = n × (n - 1)!。</a:t>
            </a:r>
          </a:p>
          <a:p xmlns:a="http://schemas.openxmlformats.org/drawingml/2006/main">
            <a:r>
              <a:t>factorial(n) = n × factorial(n-1)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已知 (n - 1)!，再乘以 n 就能得到 n!。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35 页：阶乘计算到哪里停止？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不能永远把问题往下交。这里限定输入是非负整数，`0!` 和 `1!` 都等于 1，可以直接返回，不再继续调用。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`n &gt; 1` 时每次减一，最后会到 1。我们现在写了两个终止情况，因此从 5 开始的那条调用链会在 1 停下，不会再调用到 0。单独输入 0 时，也能得到正确结果。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**提示：** 负数、小数不是这段示例约定的输入。若有人问负数，说明定义域即可，不把这一段变成输入校验课。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阶乘计算到哪里停止？</a:t>
            </a:r>
          </a:p>
          <a:p xmlns:a="http://schemas.openxmlformats.org/drawingml/2006/main">
            <a:r>
              <a:t>本例只考虑非负整数 n。</a:t>
            </a:r>
          </a:p>
          <a:p xmlns:a="http://schemas.openxmlformats.org/drawingml/2006/main">
            <a:r>
              <a:t>0! = 1，1! = 1，这两个结果可以直接返回。</a:t>
            </a:r>
          </a:p>
          <a:p xmlns:a="http://schemas.openxmlformats.org/drawingml/2006/main">
            <a:r>
              <a:t>当 n &gt; 1 时，再计算 n × (n - 1)!。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例如：5! = 5 * 4 * 3 * 2 * 1 = 120。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36 页：循环写法（Iteration）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先看大家熟悉的循环。`result` 从 1 开始，依次乘上 1、2、3、4、5，最后得到 120。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**板书累计值：** `1 → 1 → 2 → 6 → 24 → 120`。最前面的 1 是初始值，第二个 1 是乘完 1 的值。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**提问：** 输入 0 时，循环会执行吗？函数会返回什么？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**答案：** `range(1, 1)` 没有元素，循环不执行，`result` 保持为 1。这正好对应 `0! = 1`。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实际运行 `print(factorial_iterative(5))`，输出是 `120`。先记住这份结果，下一页换一种写法算同一件事。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循环写法（Iteration）</a:t>
            </a:r>
          </a:p>
          <a:p xmlns:a="http://schemas.openxmlformats.org/drawingml/2006/main">
            <a:r>
              <a:t>def factorial_iterative(n):</a:t>
            </a:r>
          </a:p>
          <a:p xmlns:a="http://schemas.openxmlformats.org/drawingml/2006/main">
            <a:r>
              <a:t>    result = 1</a:t>
            </a:r>
          </a:p>
          <a:p xmlns:a="http://schemas.openxmlformats.org/drawingml/2006/main">
            <a:r>
              <a:t>    # 从 1 乘到 n</a:t>
            </a:r>
          </a:p>
          <a:p xmlns:a="http://schemas.openxmlformats.org/drawingml/2006/main">
            <a:r>
              <a:t>    for i in range(1, n + 1):</a:t>
            </a:r>
          </a:p>
          <a:p xmlns:a="http://schemas.openxmlformats.org/drawingml/2006/main">
            <a:r>
              <a:t>        result *= i</a:t>
            </a:r>
          </a:p>
          <a:p xmlns:a="http://schemas.openxmlformats.org/drawingml/2006/main">
            <a: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print(factorial_iterative(5))  # 输出：120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执行过程：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 初始为 1。</a:t>
            </a:r>
          </a:p>
          <a:p xmlns:a="http://schemas.openxmlformats.org/drawingml/2006/main">
            <a:r>
              <a:t>i 从 1 取到 5，每次把 i 乘进 result。</a:t>
            </a:r>
          </a:p>
          <a:p xmlns:a="http://schemas.openxmlformats.org/drawingml/2006/main">
            <a:r>
              <a:t>循环结束后返回累计的乘积。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37 页：递归写法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先看终止条件：`n` 是 0 或 1，直接返回 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否则要执行 `return n * factorial_recursive(n - 1)`。这行并不是立即拿到最终答案。它需要先得到右侧函数调用的返回值，然后才能完成乘法，再把乘积返回给上一层。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比如当前 `n = 3`，这一层保留自己的 3，调用函数去算 2 的阶乘。等返回值 2 到了，再算 `3 × 2`，返回 6。下一层有自己的 `n`，不会把上一层的 3 改成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**提问：** `factorial_recursive(3)` 等待 `factorial_recursive(2)` 返回时，还欠哪一步计算？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**答案：** 乘上当前这一层的 3，并把结果返回。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运行课件里的调用，输出仍是 `120`。下面不只看最终数字，要把它怎么得到的画出来。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递归写法</a:t>
            </a:r>
          </a:p>
          <a:p xmlns:a="http://schemas.openxmlformats.org/drawingml/2006/main">
            <a:r>
              <a:t>def factorial_recursive(n):</a:t>
            </a:r>
          </a:p>
          <a:p xmlns:a="http://schemas.openxmlformats.org/drawingml/2006/main">
            <a:r>
              <a:t>    # 终止条件：直接返回</a:t>
            </a:r>
          </a:p>
          <a:p xmlns:a="http://schemas.openxmlformats.org/drawingml/2006/main">
            <a:r>
              <a:t>    if n == 0 or n == 1:</a:t>
            </a:r>
          </a:p>
          <a:p xmlns:a="http://schemas.openxmlformats.org/drawingml/2006/main">
            <a:r>
              <a:t>        return 1</a:t>
            </a:r>
          </a:p>
          <a:p xmlns:a="http://schemas.openxmlformats.org/drawingml/2006/main">
            <a:r>
              <a:t>    # 递归调用：先计算 (n - 1)!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return n * factorial_recursive(n - 1)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print(factorial_recursive(5))  # 输出：120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执行过程：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终止条件（base case）：n 为 0 或 1 时返回 1，不再调用自己。</a:t>
            </a:r>
          </a:p>
          <a:p xmlns:a="http://schemas.openxmlformats.org/drawingml/2006/main">
            <a:r>
              <a:t>递归步骤：取得 factorial_recursive(n - 1) 的返回值，乘以当前的 n，再返回。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38 页：调用展开与返回过程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这一页最重要，先暂时只写到 3，等大家能解释，再看 PPT 上的 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**板书：**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调用：f(3) 调用 f(2)，f(2) 调用 f(1)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返回：f(1) 返回 1</a:t>
            </a:r>
          </a:p>
          <a:p xmlns:a="http://schemas.openxmlformats.org/drawingml/2006/main">
            <a:r>
              <a:t>      f(2) 接到 1，计算 2 * 1，返回 2</a:t>
            </a:r>
          </a:p>
          <a:p xmlns:a="http://schemas.openxmlformats.org/drawingml/2006/main">
            <a:r>
              <a:t>      f(3) 接到 2，计算 3 * 2，返回 6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往下调用时，前面的调用没有消失，它还在等结果。到终止条件后，不是整个程序立刻结束，而是最里面那一次调用先返回，外面的调用再依次完成自己的乘法。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 `f(5)`，顺着调用走到 `f(1)`；返回时依次得到 1、2、6、24、120。PPT 上展开的等式是在展示这个计算依赖，不是程序自动打印出来的日志。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**给学生一分钟：** 两人一组，一个人说“当前这一层传什么参数”，另一个人说“返回后还要做什么”，从 4 走到 1，再返回到 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**核对答案：** 调用参数依次为 4、3、2、1；返回值依次为 1、2、6、24。特别听他们有没有说出“乘上本层的 n”。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调用展开与返回过程</a:t>
            </a:r>
          </a:p>
          <a:p xmlns:a="http://schemas.openxmlformats.org/drawingml/2006/main">
            <a:r>
              <a:t>factorial_recursive(5)</a:t>
            </a:r>
          </a:p>
          <a:p xmlns:a="http://schemas.openxmlformats.org/drawingml/2006/main">
            <a:r>
              <a:t>= 5 * factorial_recursive(4)</a:t>
            </a:r>
          </a:p>
          <a:p xmlns:a="http://schemas.openxmlformats.org/drawingml/2006/main">
            <a:r>
              <a:t>= 5 * (4 * factorial_recursive(3))</a:t>
            </a:r>
          </a:p>
          <a:p xmlns:a="http://schemas.openxmlformats.org/drawingml/2006/main">
            <a:r>
              <a:t>= 5 * (4 * (3 * factorial_recursive(2)))</a:t>
            </a:r>
          </a:p>
          <a:p xmlns:a="http://schemas.openxmlformats.org/drawingml/2006/main">
            <a:r>
              <a:t>= 5 * (4 * (3 * (2 * factorial_recursive(1))))</a:t>
            </a:r>
          </a:p>
          <a:p xmlns:a="http://schemas.openxmlformats.org/drawingml/2006/main">
            <a:r>
              <a:t>= 5 * (4 * (3 * (2 * 1)))  &lt;-- n = 1，直接返回 1</a:t>
            </a:r>
          </a:p>
          <a:p xmlns:a="http://schemas.openxmlformats.org/drawingml/2006/main">
            <a:r>
              <a:t>= 5 * (4 * (3 * 2))</a:t>
            </a:r>
          </a:p>
          <a:p xmlns:a="http://schemas.openxmlformats.org/drawingml/2006/main">
            <a:r>
              <a:t>= 5 * (4 * 6)</a:t>
            </a:r>
          </a:p>
          <a:p xmlns:a="http://schemas.openxmlformats.org/drawingml/2006/main">
            <a:r>
              <a:t>= 5 * 24</a:t>
            </a:r>
          </a:p>
          <a:p xmlns:a="http://schemas.openxmlformats.org/drawingml/2006/main">
            <a:r>
              <a:t>= 120</a:t>
            </a:r>
          </a:p>
          <a:p xmlns:a="http://schemas.openxmlformats.org/drawingml/2006/main">
            <a:r>
              <a:t>复制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前一层调用保留在调用栈（call stack）中，等待后一层返回。 factorial_recursive(1) 返回后，各层依次完成乘法，最终得到 120。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39 页：循环与递归：状态放在哪里？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现在比较就容易了。循环主要靠 `i` 和 `result` 记住进度；递归靠每一层调用自己的参数，以及它等回来以后还要做的事。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**提问：** `f(5)` 调用了 `f(4)`，前一层的 `n` 变成 4 了吗？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**答案：** 没有，两个调用分别保留 5 和 4。否则返回时就不知道该乘哪个数了。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停止方式也不同：循环遍历完范围；递归遇到终止条件后停止继续调用，再逐层返回。结合刚才的板书讲完即可，不重复念整页。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循环与递归：状态放在哪里？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执行方式：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循环：重复执行循环体。</a:t>
            </a:r>
          </a:p>
          <a:p xmlns:a="http://schemas.openxmlformats.org/drawingml/2006/main">
            <a:r>
              <a:t>递归：函数调用自身，每次调用有各自的局部变量。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阶乘中的状态：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循环写法用 i 和 result 保存计算进度。</a:t>
            </a:r>
          </a:p>
          <a:p xmlns:a="http://schemas.openxmlformats.org/drawingml/2006/main">
            <a:r>
              <a:t>递归写法中，每层调用保留自己的 n，等待下一层的结果。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停止条件：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循环写法遍历完 range(1, n + 1) 后结束。</a:t>
            </a:r>
          </a:p>
          <a:p xmlns:a="http://schemas.openxmlformats.org/drawingml/2006/main">
            <a:r>
              <a:t>递归写法到 n == 0 或 n == 1 时停止继续调用。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40 页：循环与递归：调用开销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这两种阶乘写法都在做乘法，但递归多了函数调用，还要保留多层尚未结束的调用。因此用递归不能只看代码行数少不少。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对递归深度有限制。调用太深会出现 `RecursionError`。先检查算法和终止条件，不要看到这个错误就先把限制调大。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**提示：** 不承诺一个固定的“最多能算到多少”。本页比较的是调用层数和工作变量数量，不展开大整数位数与位复杂度。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循环与递归：调用开销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仍以阶乘为例：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两种写法都要完成乘法；递归写法还要创建和恢复函数调用。</a:t>
            </a:r>
          </a:p>
          <a:p xmlns:a="http://schemas.openxmlformats.org/drawingml/2006/main">
            <a:r>
              <a:t>循环写法只保留固定数量的工作变量。</a:t>
            </a:r>
          </a:p>
          <a:p xmlns:a="http://schemas.openxmlformats.org/drawingml/2006/main">
            <a:r>
              <a:t>递归写法会保留多层调用，输入越大，调用栈越深。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递归深度限制：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限制递归深度，调用过深通常会抛出 RecursionError。</a:t>
            </a:r>
          </a:p>
          <a:p xmlns:a="http://schemas.openxmlformats.org/drawingml/2006/main">
            <a:r>
              <a:t>不要把“先调大限制”当作修复错误递归的办法。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41 页：递归为什么没有停下来？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假设把 `n - 1` 写成了 `n`，每次又问自己同一个问题。虽然代码里写了 `n == 1`，但从 3 开始永远传 3，就到不了这个条件。实际在 Python 中会先触发递归深度限制。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所以检查两件事：终止条件有没有写，以及参数有没有向它靠近。只看代码里出现了一个 `if`，并不能说明递归会正确停止。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递归为什么没有停下来？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检查两处：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是否写了终止条件？</a:t>
            </a:r>
          </a:p>
          <a:p xmlns:a="http://schemas.openxmlformats.org/drawingml/2006/main">
            <a:r>
              <a:t>参数每次变化后，是否越来越接近这个条件？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在阶乘中，n &gt; 1 时每次传入 n - 1，最终会到 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如果一直传入原来的 n，即使写了 n == 1，也可能永远到不了。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42 页：什么时候用循环？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遍历列表、求和，循环已经很好写，继续用循环即可。阶乘本身也不需要为了显得复杂而使用递归，我们选它是因为计算简单，方便把注意力放在调用和返回上。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这一页只讲这几句，直接接下一页。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什么时候用循环？</a:t>
            </a:r>
          </a:p>
          <a:p xmlns:a="http://schemas.openxmlformats.org/drawingml/2006/main">
            <a:r>
              <a:t>遍历一层列表、累计总和等任务，循环通常更直接。</a:t>
            </a:r>
          </a:p>
          <a:p xmlns:a="http://schemas.openxmlformats.org/drawingml/2006/main">
            <a:r>
              <a:t>输入可能很大，而递归会产生很深的调用栈时，优先考虑循环。</a:t>
            </a:r>
          </a:p>
          <a:p xmlns:a="http://schemas.openxmlformats.org/drawingml/2006/main">
            <a:r>
              <a:t>阶乘本身用循环就很好写；这里用它练习递归调用和返回过程。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43 页：什么时候考虑递归？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如果能把问题变成更小的同类问题，能明确最小情况怎么解，又知道拿到小问题的答案后怎样得到当前答案，就可以考虑递归。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拿阶乘对应一次：小问题是 `(n - 1)!`，最小情况直接返回 1，拿到小问题的结果后乘以 `n`。不另外扩展新算法，马上用练习检查大家是否真的能写。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什么时候考虑递归？</a:t>
            </a:r>
          </a:p>
          <a:p xmlns:a="http://schemas.openxmlformats.org/drawingml/2006/main">
            <a:r>
              <a:t>当前问题能化成规模更小的同类问题。</a:t>
            </a:r>
          </a:p>
          <a:p xmlns:a="http://schemas.openxmlformats.org/drawingml/2006/main">
            <a:r>
              <a:t>规模不断缩小后，能到达可以直接求解的情况。</a:t>
            </a:r>
          </a:p>
          <a:p xmlns:a="http://schemas.openxmlformats.org/drawingml/2006/main">
            <a:r>
              <a:t>已知小问题的答案，就能算出当前问题的答案。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对阶乘而言，这三项分别是 (n - 1)!、0! / 1! 和乘以 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44 页：练习：手推阶乘调用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先独立写答案，再讨论。前两问不能只报最终结果，还要说出中间哪一层在等待什么。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 1 问答案：** `factorial_recursive(0)` 和 `factorial_recursive(1)` 都直接返回 1，不产生新的递归调用。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 2 问答案：** `factorial_recursive(3)` 等待 2 的阶乘返回；拿到 2 后，乘上本层的 3，返回 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3 问把错误写法写出来，避免大家对“少了 return”理解不一样：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```python</a:t>
            </a:r>
          </a:p>
          <a:p xmlns:a="http://schemas.openxmlformats.org/drawingml/2006/main">
            <a:r>
              <a:t>def factorial_no_return(n):</a:t>
            </a:r>
          </a:p>
          <a:p xmlns:a="http://schemas.openxmlformats.org/drawingml/2006/main">
            <a:r>
              <a:t>    if n == 0 or n == 1:</a:t>
            </a:r>
          </a:p>
          <a:p xmlns:a="http://schemas.openxmlformats.org/drawingml/2006/main">
            <a:r>
              <a:t>        return 1</a:t>
            </a:r>
          </a:p>
          <a:p xmlns:a="http://schemas.openxmlformats.org/drawingml/2006/main">
            <a:r>
              <a:t>    else:</a:t>
            </a:r>
          </a:p>
          <a:p xmlns:a="http://schemas.openxmlformats.org/drawingml/2006/main">
            <a:r>
              <a:t>        factorial_no_return(n - 1)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print(factorial_no_return(3))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**实际输出：**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None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 `n = 1`，确实返回了 1。可是 `n = 2` 那一层拿到这个值以后，没有把它返回给上一层，函数走到结尾就返回 `None`。到 `n = 3` 也是一样。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这里每次参数都减一，所以调用能够停止。问题是结果没有传回来。不要把它和前面参数不变导致的 `RecursionError` 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**追问：** 如果改成 `return factorial_no_return(n - 1)`，但仍然没有乘 `n` 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**答案：** 对这里约定的非负整数会一路返回 1，仍然不是阶乘。完整修复既要乘本层的 `n`，也要返回计算结果。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**课堂操作：** 留两分钟改错，再请一位学生解释：为什么只加一个递归调用不够？如果学生已经能说清，不再追加新题。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练习：手推阶乘调用</a:t>
            </a:r>
          </a:p>
          <a:p xmlns:a="http://schemas.openxmlformats.org/drawingml/2006/main">
            <a:r>
              <a:t>factorial_recursive(0) 和 factorial_recursive(1) 返回什么？</a:t>
            </a:r>
          </a:p>
          <a:p xmlns:a="http://schemas.openxmlformats.org/drawingml/2006/main">
            <a:r>
              <a:t>factorial_recursive(3) 调用更小的问题后，当前这一层还要做什么？</a:t>
            </a:r>
          </a:p>
          <a:p xmlns:a="http://schemas.openxmlformats.org/drawingml/2006/main">
            <a:r>
              <a:t>如果写成只调用 factorial_recursive(n - 1) 而不返回计算结果，会怎样？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先手推，再运行；区分“调用了函数”和“把结果返回给上一层”。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45 页：写递归前，先确定什么？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用刚才修好的函数核对这四行：什么时候直接有答案，下一次参数怎么变，下一次返回什么，当前这层再做什么并返回。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**让学生口述，不由你代答：** 终止条件是 0 或 1，参数减一，下一层返回 `(n - 1)!`，本层乘 `n` 后返回。这页是总结，不重新讲一遍定义。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写递归前，先确定什么？</a:t>
            </a:r>
          </a:p>
          <a:p xmlns:a="http://schemas.openxmlformats.org/drawingml/2006/main">
            <a:r>
              <a:t>要确定的内容	阶乘中的对应写法</a:t>
            </a:r>
          </a:p>
          <a:p xmlns:a="http://schemas.openxmlformats.org/drawingml/2006/main">
            <a:r>
              <a:t>终止条件	n == 0 or n == 1，返回 1</a:t>
            </a:r>
          </a:p>
          <a:p xmlns:a="http://schemas.openxmlformats.org/drawingml/2006/main">
            <a:r>
              <a:t>如何缩小问题	把 n 减为 n - 1</a:t>
            </a:r>
          </a:p>
          <a:p xmlns:a="http://schemas.openxmlformats.org/drawingml/2006/main">
            <a:r>
              <a:t>递归调用返回什么	(n - 1)!</a:t>
            </a:r>
          </a:p>
          <a:p xmlns:a="http://schemas.openxmlformats.org/drawingml/2006/main">
            <a:r>
              <a:t>当前层怎样返回	return n * factorial_recursive(n - 1)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46 页：本节小结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用四个问题收尾：快照怎样保持独立，异常后从哪继续，字典缺失键怎么办，递归怎样把结果交回来。让学生先回答，再翻下一页核对。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本节小结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47 页：四个容易出错的地方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第一，queues[:] 为什么不能保留独立任务快照？因为内部列表共享。第二，finally 执行了，after 是否一定执行？不一定，未处理异常会继续传播。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第三，get("Bob", 0) 会把 Bob 加进字典吗？不会，要赋值或用 setdefault 才会插入。第四，递归已经停止为什么还可能得到 None？某层调用没有把结果返回。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每个问题都能用今天的小例子验证。调试时先找状态或控制流在哪里和预期不同，再改对应代码。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四个容易出错的地方</a:t>
            </a:r>
          </a:p>
          <a:p xmlns:a="http://schemas.openxmlformats.org/drawingml/2006/main">
            <a:r>
              <a:t>只复制外层列表，内部列表仍可能共享；HW2 快照要保留独立的任务记录。</a:t>
            </a:r>
          </a:p>
          <a:p xmlns:a="http://schemas.openxmlformats.org/drawingml/2006/main">
            <a:r>
              <a:t>except 处理匹配的异常，else 处理成功路径，finally 做清理，不会自动消除异常。</a:t>
            </a:r>
          </a:p>
          <a:p xmlns:a="http://schemas.openxmlformats.org/drawingml/2006/main">
            <a:r>
              <a:t>字典按键查找；键不存在时，要先建立对应的值或处理 KeyError。</a:t>
            </a:r>
          </a:p>
          <a:p xmlns:a="http://schemas.openxmlformats.org/drawingml/2006/main">
            <a:r>
              <a:t>递归既要能停止，也要把结果返回；只调用函数不等于返回结果。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48 页：答疑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还有哪一步不确定？如果是作业程序出错，尽量给一个短输入，再说你期望哪一步得到什么、实际得到了什么。我们先把那个差异找出来。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**无提问时备用：** 请学生从自己的 HW2 中选一个曾经写错的命令，缩成一个最小例子。优先讨论与本节有关的列表共享、执行顺序或返回值，不临时开新知识点。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收尾可以说：今天先到这里。打印站的例子可以照着表再手推一次；递归把 `f(3)` 的调用和返回画清楚就够了，不需要一上来展开很大的输入。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【本页课件原文，可复制】</a:t>
            </a:r>
          </a:p>
          <a:p xmlns:a="http://schemas.openxmlformats.org/drawingml/2006/main">
            <a:r>
              <a:t>答疑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来源：Recitation5_B.md、讲稿.md。往年素材复用依据见同目录 REUSE_NOTES.md。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96c7876dd4b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a7080679642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348169a024e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44b5f2a0f49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b57244b484f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971a343a84c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038006-CA51-46CC-A50A-BD3DC04789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454400"/>
            <a:ext cx="9753600" cy="132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48FCB7-5183-472B-8C6F-F0F4513D19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5029200"/>
            <a:ext cx="85344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D532CB-6705-4DF1-B504-5FC0148967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810000"/>
            <a:ext cx="9753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ECE47C-A342-4BAC-89A4-0DB42BA5A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11200"/>
            <a:ext cx="108204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B91CD3-3C02-457B-A4F2-17EB0CC47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540000"/>
            <a:ext cx="108204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25E85E-09C9-46E4-8CE5-A9F2DFA5C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11200"/>
            <a:ext cx="108204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F38BD1-E228-436D-BE7C-D219F22A86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540000"/>
            <a:ext cx="50292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EA6908-6A94-4D82-B060-C69123A68B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2540000"/>
            <a:ext cx="50292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A9638D-9CE7-43AE-A973-4DA9B841E2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11200"/>
            <a:ext cx="108204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BCEF10-8C51-4D05-A168-2D7A4159BD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540000"/>
            <a:ext cx="50292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8a0efa876c4e61" /><Relationship Type="http://schemas.openxmlformats.org/officeDocument/2006/relationships/slideLayout" Target="/ppt/slideLayouts/slideLayout1.xml" Id="R1c7f1a1937874915" /><Relationship Type="http://schemas.openxmlformats.org/officeDocument/2006/relationships/slideLayout" Target="/ppt/slideLayouts/slideLayout2.xml" Id="R498fac3b8e214eb7" /><Relationship Type="http://schemas.openxmlformats.org/officeDocument/2006/relationships/slideLayout" Target="/ppt/slideLayouts/slideLayout3.xml" Id="Rd4980fcddd044704" /><Relationship Type="http://schemas.openxmlformats.org/officeDocument/2006/relationships/slideLayout" Target="/ppt/slideLayouts/slideLayout4.xml" Id="R4b2ef3518f974dda" /><Relationship Type="http://schemas.openxmlformats.org/officeDocument/2006/relationships/slideLayout" Target="/ppt/slideLayouts/slideLayout5.xml" Id="R90857e8f9cb24f2e" /><Relationship Type="http://schemas.openxmlformats.org/officeDocument/2006/relationships/slideLayout" Target="/ppt/slideLayouts/slideLayout6.xml" Id="R30943071054b42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7f1a1937874915"/>
    <p:sldLayoutId xmlns:r="http://schemas.openxmlformats.org/officeDocument/2006/relationships" id="2147483650" r:id="R498fac3b8e214eb7"/>
    <p:sldLayoutId xmlns:r="http://schemas.openxmlformats.org/officeDocument/2006/relationships" id="2147483651" r:id="Rd4980fcddd044704"/>
    <p:sldLayoutId xmlns:r="http://schemas.openxmlformats.org/officeDocument/2006/relationships" id="2147483652" r:id="R4b2ef3518f974dda"/>
    <p:sldLayoutId xmlns:r="http://schemas.openxmlformats.org/officeDocument/2006/relationships" id="2147483653" r:id="R90857e8f9cb24f2e"/>
    <p:sldLayoutId xmlns:r="http://schemas.openxmlformats.org/officeDocument/2006/relationships" id="2147483654" r:id="R30943071054b42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a1df83c33442f" /><Relationship Type="http://schemas.openxmlformats.org/officeDocument/2006/relationships/image" Target="/ppt/media/image.png" Id="R8d9662521b98496c" /><Relationship Type="http://schemas.openxmlformats.org/officeDocument/2006/relationships/notesSlide" Target="/ppt/notesSlides/notesSlide1.xml" Id="R0bdb2158a13f41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62429be4c4fbf" /><Relationship Type="http://schemas.openxmlformats.org/officeDocument/2006/relationships/image" Target="/ppt/media/image2.png" Id="R63e24621dcb04db4" /><Relationship Type="http://schemas.openxmlformats.org/officeDocument/2006/relationships/notesSlide" Target="/ppt/notesSlides/notesSlide2.xml" Id="Rba34ce663a1945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c8e0cfff1427e" /><Relationship Type="http://schemas.openxmlformats.org/officeDocument/2006/relationships/image" Target="/ppt/media/image3.png" Id="R5f0662004cb14733" /><Relationship Type="http://schemas.openxmlformats.org/officeDocument/2006/relationships/notesSlide" Target="/ppt/notesSlides/notesSlide3.xml" Id="R18343825e5c24b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9b702629c4cd5" /><Relationship Type="http://schemas.openxmlformats.org/officeDocument/2006/relationships/image" Target="/ppt/media/image4.png" Id="R7bc9fa0460d94473" /><Relationship Type="http://schemas.openxmlformats.org/officeDocument/2006/relationships/notesSlide" Target="/ppt/notesSlides/notesSlide4.xml" Id="R54e5f373c31d42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f1025a8564ae1" /><Relationship Type="http://schemas.openxmlformats.org/officeDocument/2006/relationships/image" Target="/ppt/media/image5.png" Id="Rcea07323c0e340ce" /><Relationship Type="http://schemas.openxmlformats.org/officeDocument/2006/relationships/notesSlide" Target="/ppt/notesSlides/notesSlide5.xml" Id="R784b05823be84e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83c5148154fd3" /><Relationship Type="http://schemas.openxmlformats.org/officeDocument/2006/relationships/image" Target="/ppt/media/image6.png" Id="Rdfd5c647d2c34296" /><Relationship Type="http://schemas.openxmlformats.org/officeDocument/2006/relationships/notesSlide" Target="/ppt/notesSlides/notesSlide6.xml" Id="R87541492092445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12190345b42b0" /><Relationship Type="http://schemas.openxmlformats.org/officeDocument/2006/relationships/image" Target="/ppt/media/image7.png" Id="R72699a266e764fe9" /><Relationship Type="http://schemas.openxmlformats.org/officeDocument/2006/relationships/notesSlide" Target="/ppt/notesSlides/notesSlide7.xml" Id="Re54eb8bb82534d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60e38db7c45ec" /><Relationship Type="http://schemas.openxmlformats.org/officeDocument/2006/relationships/image" Target="/ppt/media/image8.png" Id="R54f5bd148e0f4342" /><Relationship Type="http://schemas.openxmlformats.org/officeDocument/2006/relationships/notesSlide" Target="/ppt/notesSlides/notesSlide8.xml" Id="R68b7b681e8204b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97fb0cc8314e23" /><Relationship Type="http://schemas.openxmlformats.org/officeDocument/2006/relationships/image" Target="/ppt/media/image9.png" Id="R582d433fb7a3417e" /><Relationship Type="http://schemas.openxmlformats.org/officeDocument/2006/relationships/notesSlide" Target="/ppt/notesSlides/notesSlide9.xml" Id="Reb77467da8724b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8cb9538124513" /><Relationship Type="http://schemas.openxmlformats.org/officeDocument/2006/relationships/image" Target="/ppt/media/image10.png" Id="R3dd097d4db8942b8" /><Relationship Type="http://schemas.openxmlformats.org/officeDocument/2006/relationships/notesSlide" Target="/ppt/notesSlides/notesSlide10.xml" Id="Rb3889787cede46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d314ff36744918" /><Relationship Type="http://schemas.openxmlformats.org/officeDocument/2006/relationships/image" Target="/ppt/media/image11.png" Id="R9e7944c575f349c9" /><Relationship Type="http://schemas.openxmlformats.org/officeDocument/2006/relationships/notesSlide" Target="/ppt/notesSlides/notesSlide11.xml" Id="Rb1599f1de24f46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232b935454b76" /><Relationship Type="http://schemas.openxmlformats.org/officeDocument/2006/relationships/image" Target="/ppt/media/image12.png" Id="Rc24a01153f564268" /><Relationship Type="http://schemas.openxmlformats.org/officeDocument/2006/relationships/notesSlide" Target="/ppt/notesSlides/notesSlide12.xml" Id="R2df0d54ad23a40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ff627cb6064313" /><Relationship Type="http://schemas.openxmlformats.org/officeDocument/2006/relationships/image" Target="/ppt/media/image13.png" Id="Rea470ed42cf7415e" /><Relationship Type="http://schemas.openxmlformats.org/officeDocument/2006/relationships/notesSlide" Target="/ppt/notesSlides/notesSlide13.xml" Id="Rb01e95b6166a4e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c17785407b4c95" /><Relationship Type="http://schemas.openxmlformats.org/officeDocument/2006/relationships/image" Target="/ppt/media/image14.png" Id="Rbd8d26b9723c47ca" /><Relationship Type="http://schemas.openxmlformats.org/officeDocument/2006/relationships/notesSlide" Target="/ppt/notesSlides/notesSlide14.xml" Id="R46187f7ef1d440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5cb06d20c49ce" /><Relationship Type="http://schemas.openxmlformats.org/officeDocument/2006/relationships/image" Target="/ppt/media/image15.png" Id="R7b74dab0b9314f2d" /><Relationship Type="http://schemas.openxmlformats.org/officeDocument/2006/relationships/notesSlide" Target="/ppt/notesSlides/notesSlide15.xml" Id="R41c78727a57b4c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a4b33401b4a1d" /><Relationship Type="http://schemas.openxmlformats.org/officeDocument/2006/relationships/image" Target="/ppt/media/image16.png" Id="R148fd607b5c54c70" /><Relationship Type="http://schemas.openxmlformats.org/officeDocument/2006/relationships/notesSlide" Target="/ppt/notesSlides/notesSlide16.xml" Id="R539341908194460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385414eeb843f0" /><Relationship Type="http://schemas.openxmlformats.org/officeDocument/2006/relationships/image" Target="/ppt/media/image17.png" Id="R3d88dd147d284b4a" /><Relationship Type="http://schemas.openxmlformats.org/officeDocument/2006/relationships/notesSlide" Target="/ppt/notesSlides/notesSlide17.xml" Id="R37150871fcb441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ddd91d5754faf" /><Relationship Type="http://schemas.openxmlformats.org/officeDocument/2006/relationships/image" Target="/ppt/media/image18.png" Id="Rbb2f07109b834880" /><Relationship Type="http://schemas.openxmlformats.org/officeDocument/2006/relationships/notesSlide" Target="/ppt/notesSlides/notesSlide18.xml" Id="R3526ad44635e4e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b17b8ad387475b" /><Relationship Type="http://schemas.openxmlformats.org/officeDocument/2006/relationships/image" Target="/ppt/media/image19.png" Id="R46a3c41fdc4e4f96" /><Relationship Type="http://schemas.openxmlformats.org/officeDocument/2006/relationships/notesSlide" Target="/ppt/notesSlides/notesSlide19.xml" Id="R9ee1f1a119b443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609ed30b24135" /><Relationship Type="http://schemas.openxmlformats.org/officeDocument/2006/relationships/image" Target="/ppt/media/image20.png" Id="R184cec9bebc34db6" /><Relationship Type="http://schemas.openxmlformats.org/officeDocument/2006/relationships/notesSlide" Target="/ppt/notesSlides/notesSlide20.xml" Id="Rd0f13bb6c0f64c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c8e9ded744593" /><Relationship Type="http://schemas.openxmlformats.org/officeDocument/2006/relationships/image" Target="/ppt/media/image21.png" Id="R4a08d2e54bcc416a" /><Relationship Type="http://schemas.openxmlformats.org/officeDocument/2006/relationships/notesSlide" Target="/ppt/notesSlides/notesSlide21.xml" Id="R55378c87ab4848c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b49517837b419c" /><Relationship Type="http://schemas.openxmlformats.org/officeDocument/2006/relationships/image" Target="/ppt/media/image22.png" Id="R34f2def7841449b6" /><Relationship Type="http://schemas.openxmlformats.org/officeDocument/2006/relationships/notesSlide" Target="/ppt/notesSlides/notesSlide22.xml" Id="R86997e48833542f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2962e1ed7406d" /><Relationship Type="http://schemas.openxmlformats.org/officeDocument/2006/relationships/image" Target="/ppt/media/image23.png" Id="R3badd2b575de4143" /><Relationship Type="http://schemas.openxmlformats.org/officeDocument/2006/relationships/notesSlide" Target="/ppt/notesSlides/notesSlide23.xml" Id="Rf769f0f9e14e49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800ce3026642d7" /><Relationship Type="http://schemas.openxmlformats.org/officeDocument/2006/relationships/image" Target="/ppt/media/image24.png" Id="R653470d172b6415a" /><Relationship Type="http://schemas.openxmlformats.org/officeDocument/2006/relationships/notesSlide" Target="/ppt/notesSlides/notesSlide24.xml" Id="R1e92661229714d0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939eba18c40c3" /><Relationship Type="http://schemas.openxmlformats.org/officeDocument/2006/relationships/image" Target="/ppt/media/image25.png" Id="Re8520a665de344f5" /><Relationship Type="http://schemas.openxmlformats.org/officeDocument/2006/relationships/notesSlide" Target="/ppt/notesSlides/notesSlide25.xml" Id="R0a4b438d5f6447d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0bdba6cadc4574" /><Relationship Type="http://schemas.openxmlformats.org/officeDocument/2006/relationships/image" Target="/ppt/media/image26.png" Id="Re5cac9ef312448b7" /><Relationship Type="http://schemas.openxmlformats.org/officeDocument/2006/relationships/notesSlide" Target="/ppt/notesSlides/notesSlide26.xml" Id="Rb63c5a9cb43e4b3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1e53928bd48c2" /><Relationship Type="http://schemas.openxmlformats.org/officeDocument/2006/relationships/image" Target="/ppt/media/image27.png" Id="R6630eb5c657044ea" /><Relationship Type="http://schemas.openxmlformats.org/officeDocument/2006/relationships/notesSlide" Target="/ppt/notesSlides/notesSlide27.xml" Id="Rfc9f6d98225449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b8f25389ff4954" /><Relationship Type="http://schemas.openxmlformats.org/officeDocument/2006/relationships/image" Target="/ppt/media/image28.png" Id="R071932867c4d4fdb" /><Relationship Type="http://schemas.openxmlformats.org/officeDocument/2006/relationships/notesSlide" Target="/ppt/notesSlides/notesSlide28.xml" Id="R30c0148f1ca64a3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1fd1ad3f0146e0" /><Relationship Type="http://schemas.openxmlformats.org/officeDocument/2006/relationships/image" Target="/ppt/media/image29.png" Id="R8250e59f8f784ee0" /><Relationship Type="http://schemas.openxmlformats.org/officeDocument/2006/relationships/notesSlide" Target="/ppt/notesSlides/notesSlide29.xml" Id="Ra73c124de3464c1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48a30c7bc34a32" /><Relationship Type="http://schemas.openxmlformats.org/officeDocument/2006/relationships/image" Target="/ppt/media/image30.png" Id="R724116ab92004edf" /><Relationship Type="http://schemas.openxmlformats.org/officeDocument/2006/relationships/notesSlide" Target="/ppt/notesSlides/notesSlide30.xml" Id="Ra893b10479ac4ea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f76957ba647a0" /><Relationship Type="http://schemas.openxmlformats.org/officeDocument/2006/relationships/image" Target="/ppt/media/image31.png" Id="Rea0b8ede8ed44a93" /><Relationship Type="http://schemas.openxmlformats.org/officeDocument/2006/relationships/notesSlide" Target="/ppt/notesSlides/notesSlide31.xml" Id="Rf2f9132de629404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ed8f0b3c314428" /><Relationship Type="http://schemas.openxmlformats.org/officeDocument/2006/relationships/image" Target="/ppt/media/image32.png" Id="R933d08b37f0c48b2" /><Relationship Type="http://schemas.openxmlformats.org/officeDocument/2006/relationships/notesSlide" Target="/ppt/notesSlides/notesSlide32.xml" Id="R27033ae1d628430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82ce45d9784023" /><Relationship Type="http://schemas.openxmlformats.org/officeDocument/2006/relationships/image" Target="/ppt/media/image33.png" Id="R034234d2d2e44d98" /><Relationship Type="http://schemas.openxmlformats.org/officeDocument/2006/relationships/notesSlide" Target="/ppt/notesSlides/notesSlide33.xml" Id="R3e0b94a3d65949a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566b00499473c" /><Relationship Type="http://schemas.openxmlformats.org/officeDocument/2006/relationships/image" Target="/ppt/media/image34.png" Id="R721dcb80cfbc4236" /><Relationship Type="http://schemas.openxmlformats.org/officeDocument/2006/relationships/notesSlide" Target="/ppt/notesSlides/notesSlide34.xml" Id="R39e373977e924b2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919a78d8d4ef4" /><Relationship Type="http://schemas.openxmlformats.org/officeDocument/2006/relationships/image" Target="/ppt/media/image35.png" Id="Rfaa1d47cd09b4355" /><Relationship Type="http://schemas.openxmlformats.org/officeDocument/2006/relationships/notesSlide" Target="/ppt/notesSlides/notesSlide35.xml" Id="R00dd2b504c134e1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087bec2ab4f94" /><Relationship Type="http://schemas.openxmlformats.org/officeDocument/2006/relationships/image" Target="/ppt/media/image36.png" Id="R82128b0d3a7c4c93" /><Relationship Type="http://schemas.openxmlformats.org/officeDocument/2006/relationships/notesSlide" Target="/ppt/notesSlides/notesSlide36.xml" Id="R1e467eaa1f5e49c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91d7e02a3f4d91" /><Relationship Type="http://schemas.openxmlformats.org/officeDocument/2006/relationships/image" Target="/ppt/media/image37.png" Id="R26c489cf3ea84cbd" /><Relationship Type="http://schemas.openxmlformats.org/officeDocument/2006/relationships/notesSlide" Target="/ppt/notesSlides/notesSlide37.xml" Id="R374558dd889e40d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2fbf41a61a4cd7" /><Relationship Type="http://schemas.openxmlformats.org/officeDocument/2006/relationships/image" Target="/ppt/media/image38.png" Id="Rd552f7b55fd74bea" /><Relationship Type="http://schemas.openxmlformats.org/officeDocument/2006/relationships/notesSlide" Target="/ppt/notesSlides/notesSlide38.xml" Id="Re04e5fd2944743e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2f87784c1426f" /><Relationship Type="http://schemas.openxmlformats.org/officeDocument/2006/relationships/image" Target="/ppt/media/image39.png" Id="R29778873a4094169" /><Relationship Type="http://schemas.openxmlformats.org/officeDocument/2006/relationships/notesSlide" Target="/ppt/notesSlides/notesSlide39.xml" Id="R1c4d5e0ef8374e0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084470c194849" /><Relationship Type="http://schemas.openxmlformats.org/officeDocument/2006/relationships/image" Target="/ppt/media/image40.png" Id="R1a849798677d44d4" /><Relationship Type="http://schemas.openxmlformats.org/officeDocument/2006/relationships/notesSlide" Target="/ppt/notesSlides/notesSlide40.xml" Id="R18c75e1bfe244d4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7ffc793e84c2b" /><Relationship Type="http://schemas.openxmlformats.org/officeDocument/2006/relationships/image" Target="/ppt/media/image41.png" Id="R735e50bdeb514858" /><Relationship Type="http://schemas.openxmlformats.org/officeDocument/2006/relationships/notesSlide" Target="/ppt/notesSlides/notesSlide41.xml" Id="Re1c4916207f24d5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48c325e4bf4949" /><Relationship Type="http://schemas.openxmlformats.org/officeDocument/2006/relationships/image" Target="/ppt/media/image42.png" Id="R7247bcb9dcc849a0" /><Relationship Type="http://schemas.openxmlformats.org/officeDocument/2006/relationships/notesSlide" Target="/ppt/notesSlides/notesSlide42.xml" Id="Ra37dd003697c462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90bd72d584a79" /><Relationship Type="http://schemas.openxmlformats.org/officeDocument/2006/relationships/image" Target="/ppt/media/image43.png" Id="R54e28c297fb94917" /><Relationship Type="http://schemas.openxmlformats.org/officeDocument/2006/relationships/notesSlide" Target="/ppt/notesSlides/notesSlide43.xml" Id="R118968cb284e4ba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3c84c912924ed2" /><Relationship Type="http://schemas.openxmlformats.org/officeDocument/2006/relationships/image" Target="/ppt/media/image44.png" Id="R20d97ee892c64f8b" /><Relationship Type="http://schemas.openxmlformats.org/officeDocument/2006/relationships/notesSlide" Target="/ppt/notesSlides/notesSlide44.xml" Id="Ra1913a201961496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b9ec9df5441da" /><Relationship Type="http://schemas.openxmlformats.org/officeDocument/2006/relationships/image" Target="/ppt/media/image45.png" Id="Re485a777be874a54" /><Relationship Type="http://schemas.openxmlformats.org/officeDocument/2006/relationships/notesSlide" Target="/ppt/notesSlides/notesSlide45.xml" Id="Rc4be7d53b9684ae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3a2579af44b4f" /><Relationship Type="http://schemas.openxmlformats.org/officeDocument/2006/relationships/image" Target="/ppt/media/image46.png" Id="R162b533216ac4c4f" /><Relationship Type="http://schemas.openxmlformats.org/officeDocument/2006/relationships/notesSlide" Target="/ppt/notesSlides/notesSlide46.xml" Id="Rd487c31147a74a8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a33058d86427f" /><Relationship Type="http://schemas.openxmlformats.org/officeDocument/2006/relationships/image" Target="/ppt/media/image47.png" Id="R072d44049f974593" /><Relationship Type="http://schemas.openxmlformats.org/officeDocument/2006/relationships/notesSlide" Target="/ppt/notesSlides/notesSlide47.xml" Id="R9ea63fdfd92e4b6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d6ce1fa4ab459c" /><Relationship Type="http://schemas.openxmlformats.org/officeDocument/2006/relationships/image" Target="/ppt/media/image48.png" Id="R1b04b5e97def4053" /><Relationship Type="http://schemas.openxmlformats.org/officeDocument/2006/relationships/notesSlide" Target="/ppt/notesSlides/notesSlide48.xml" Id="R5357dda2316a42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3EC30-FC04-4ADE-9832-B11B3DCCD6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662521b98496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05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F79D8-9EF5-4C82-9CE5-5668A34C52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24621dcb04db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379A4-DEBE-4523-8D64-9065517218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662004cb1473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66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56502-94CF-404C-A45F-BBF1B4C2D0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9fa0460d9447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19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54CAD-83A1-4CF5-822A-CF9F7D04AB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07323c0e340c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1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1D366-3912-429D-A1D7-7B9CFD1EF1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5c647d2c3429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65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4E884-53CD-4A44-B205-F5045CC3C8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99a266e764fe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3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1F41B-5637-4538-954E-2BD9D437E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5bd148e0f434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90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09F79-8184-4A30-AFF9-67E9F67914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d433fb7a3417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5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1A899-7557-4768-9728-7A88A63E11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097d4db8942b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77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A6023-175C-41DD-BAF7-D5673AEFB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944c575f349c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8704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1D35F-A390-4220-8425-ABACF788D1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a01153f56426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042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DC3E3-BEF1-4C7B-B7C3-FA50561E2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70ed42cf7415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407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8E66C-E6D0-417F-81CF-158B76D445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d26b9723c47c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62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87F39-411D-4282-92D1-872355F370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4dab0b9314f2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354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7ACCF-6D86-486D-A810-A425F6166D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fd607b5c54c7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457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44386-F4E5-4127-97E4-6DC672D031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8dd147d284b4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506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7F121-56FF-4823-91F2-F1B3DEEC7E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f07109b83488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159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E420D-A061-4A06-9758-14C1394BAB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3c41fdc4e4f9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2881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31627-FC3C-4513-B4AA-97208AAB07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cec9bebc34db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6110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6AC17-1865-43CC-8615-41ACE8FDD5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8d2e54bcc416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0592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7EADD-CFB4-4E84-98CB-3AF3490B2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2def7841449b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964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F81E0-3A61-48FB-92F4-80570104B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dd2b575de414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721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7DF70-147E-448D-8967-0FDD4C3058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470d172b6415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8523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265DD-10A2-4C28-8EA7-334FCA8C85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20a665de344f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84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5529D-0C25-47E4-B84D-036744DB21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ac9ef312448b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1734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C2E1F-03D8-49FF-B29A-C37C7B1E9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0eb5c657044e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77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3D0AB-EF45-45E9-B4DD-4B449F9572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932867c4d4fd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33361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1D6BC-3851-4248-8B6F-385935CF4E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0e59f8f784ee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4252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13A6C-B706-44C4-A355-4689299A6A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116ab92004ed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8774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DD3D4-D281-4D74-869A-548582F2C3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b8ede8ed44a9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21055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F9B55-67D1-4402-B1F8-EAD0C8207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d08b37f0c48b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176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847AC-DC71-4CB8-983F-45AFD265DA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234d2d2e44d9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681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68DE0-4530-4131-9B52-5D6F77D34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dcb80cfbc423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8517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94850-5AE9-4019-813D-59083617AA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1d47cd09b435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9537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D99E0-3544-47A6-809B-7067FB98C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28b0d3a7c4c9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726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B17E6-EFA3-43E4-802B-6FF8078FDE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489cf3ea84cb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64658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7ABB8-95F2-4AE7-8CE9-0FCEA777E5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2f7b55fd74be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0549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96364-E924-4CEC-9AEB-A7D6C86B5B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78873a409416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4110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F3C46-AF27-410A-9BCC-7B31997797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49798677d44d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9244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005CB-EF94-4CD7-B221-F98AB19CEF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e50bdeb51485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3222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AE6E7-795F-4D4B-B8EC-0BB469E96E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7bcb9dcc849a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0460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0E2A8-FD50-4847-9F5D-6146B54030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28c297fb9491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1808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01258-69D0-4CE8-B97E-136A6CD36B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97ee892c64f8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2748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0F54E-A378-4871-8770-2198D33700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5a777be874a5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4230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06191-129D-4622-8378-488A5D6615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b533216ac4c4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44146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44F9F-F733-4A2D-91DF-C49C84DE6F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d44049f97459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49436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A7D7A-DF7B-4843-B35C-21B15F2A60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4b5e97def405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1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2026-10-23T10:31:28.4320000Z</dcterms:created>
  <dcterms:modified xsi:type="dcterms:W3CDTF">2026-10-23T10:31:28.4330000Z</dcterms:modified>
</coreProperties>
</file>